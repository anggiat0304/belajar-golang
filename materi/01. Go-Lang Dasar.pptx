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222.xml"/>
  <Override ContentType="application/vnd.openxmlformats-officedocument.presentationml.notesSlide+xml" PartName="/ppt/notesSlides/notesSlide257.xml"/>
  <Override ContentType="application/vnd.openxmlformats-officedocument.presentationml.notesSlide+xml" PartName="/ppt/notesSlides/notesSlide265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249.xml"/>
  <Override ContentType="application/vnd.openxmlformats-officedocument.presentationml.notesSlide+xml" PartName="/ppt/notesSlides/notesSlide206.xml"/>
  <Override ContentType="application/vnd.openxmlformats-officedocument.presentationml.notesSlide+xml" PartName="/ppt/notesSlides/notesSlide230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4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250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3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29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261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253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3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225.xml"/>
  <Override ContentType="application/vnd.openxmlformats-officedocument.presentationml.notesSlide+xml" PartName="/ppt/notesSlides/notesSlide2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256.xml"/>
  <Override ContentType="application/vnd.openxmlformats-officedocument.presentationml.notesSlide+xml" PartName="/ppt/notesSlides/notesSlide213.xml"/>
  <Override ContentType="application/vnd.openxmlformats-officedocument.presentationml.notesSlide+xml" PartName="/ppt/notesSlides/notesSlide223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231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266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24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217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51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25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35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2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245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218.xml"/>
  <Override ContentType="application/vnd.openxmlformats-officedocument.presentationml.notesSlide+xml" PartName="/ppt/notesSlides/notesSlide26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224.xml"/>
  <Override ContentType="application/vnd.openxmlformats-officedocument.presentationml.notesSlide+xml" PartName="/ppt/notesSlides/notesSlide241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207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239.xml"/>
  <Override ContentType="application/vnd.openxmlformats-officedocument.presentationml.notesSlide+xml" PartName="/ppt/notesSlides/notesSlide24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23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263.xml"/>
  <Override ContentType="application/vnd.openxmlformats-officedocument.presentationml.notesSlide+xml" PartName="/ppt/notesSlides/notesSlide25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24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16.xml"/>
  <Override ContentType="application/vnd.openxmlformats-officedocument.presentationml.notesSlide+xml" PartName="/ppt/notesSlides/notesSlide227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21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36.xml"/>
  <Override ContentType="application/vnd.openxmlformats-officedocument.presentationml.notesSlide+xml" PartName="/ppt/notesSlides/notesSlide244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0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255.xml"/>
  <Override ContentType="application/vnd.openxmlformats-officedocument.presentationml.notesSlide+xml" PartName="/ppt/notesSlides/notesSlide212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248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21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25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205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233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264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221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260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43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26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09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237.xml"/>
  <Override ContentType="application/vnd.openxmlformats-officedocument.presentationml.notesSlide+xml" PartName="/ppt/notesSlides/notesSlide211.xml"/>
  <Override ContentType="application/vnd.openxmlformats-officedocument.presentationml.notesSlide+xml" PartName="/ppt/notesSlides/notesSlide254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253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210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202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237.xml"/>
  <Override ContentType="application/vnd.openxmlformats-officedocument.presentationml.slide+xml" PartName="/ppt/slides/slide261.xml"/>
  <Override ContentType="application/vnd.openxmlformats-officedocument.presentationml.slide+xml" PartName="/ppt/slides/slide51.xml"/>
  <Override ContentType="application/vnd.openxmlformats-officedocument.presentationml.slide+xml" PartName="/ppt/slides/slide245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217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233.xml"/>
  <Override ContentType="application/vnd.openxmlformats-officedocument.presentationml.slide+xml" PartName="/ppt/slides/slide66.xml"/>
  <Override ContentType="application/vnd.openxmlformats-officedocument.presentationml.slide+xml" PartName="/ppt/slides/slide265.xml"/>
  <Override ContentType="application/vnd.openxmlformats-officedocument.presentationml.slide+xml" PartName="/ppt/slides/slide23.xml"/>
  <Override ContentType="application/vnd.openxmlformats-officedocument.presentationml.slide+xml" PartName="/ppt/slides/slide229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57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214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206.xml"/>
  <Override ContentType="application/vnd.openxmlformats-officedocument.presentationml.slide+xml" PartName="/ppt/slides/slide55.xml"/>
  <Override ContentType="application/vnd.openxmlformats-officedocument.presentationml.slide+xml" PartName="/ppt/slides/slide249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242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225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201.xml"/>
  <Override ContentType="application/vnd.openxmlformats-officedocument.presentationml.slide+xml" PartName="/ppt/slides/slide244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211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25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23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250.xml"/>
  <Override ContentType="application/vnd.openxmlformats-officedocument.presentationml.slide+xml" PartName="/ppt/slides/slide153.xml"/>
  <Override ContentType="application/vnd.openxmlformats-officedocument.presentationml.slide+xml" PartName="/ppt/slides/slide248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259.xml"/>
  <Override ContentType="application/vnd.openxmlformats-officedocument.presentationml.slide+xml" PartName="/ppt/slides/slide49.xml"/>
  <Override ContentType="application/vnd.openxmlformats-officedocument.presentationml.slide+xml" PartName="/ppt/slides/slide216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264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221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258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215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222.xml"/>
  <Override ContentType="application/vnd.openxmlformats-officedocument.presentationml.slide+xml" PartName="/ppt/slides/slide205.xml"/>
  <Override ContentType="application/vnd.openxmlformats-officedocument.presentationml.slide+xml" PartName="/ppt/slides/slide160.xml"/>
  <Override ContentType="application/vnd.openxmlformats-officedocument.presentationml.slide+xml" PartName="/ppt/slides/slide232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26.xml"/>
  <Override ContentType="application/vnd.openxmlformats-officedocument.presentationml.slide+xml" PartName="/ppt/slides/slide28.xml"/>
  <Override ContentType="application/vnd.openxmlformats-officedocument.presentationml.slide+xml" PartName="/ppt/slides/slide209.xml"/>
  <Override ContentType="application/vnd.openxmlformats-officedocument.presentationml.slide+xml" PartName="/ppt/slides/slide200.xml"/>
  <Override ContentType="application/vnd.openxmlformats-officedocument.presentationml.slide+xml" PartName="/ppt/slides/slide243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260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227.xml"/>
  <Override ContentType="application/vnd.openxmlformats-officedocument.presentationml.slide+xml" PartName="/ppt/slides/slide33.xml"/>
  <Override ContentType="application/vnd.openxmlformats-officedocument.presentationml.slide+xml" PartName="/ppt/slides/slide219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204.xml"/>
  <Override ContentType="application/vnd.openxmlformats-officedocument.presentationml.slide+xml" PartName="/ppt/slides/slide247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220.xml"/>
  <Override ContentType="application/vnd.openxmlformats-officedocument.presentationml.slide+xml" PartName="/ppt/slides/slide263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235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25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3.xml"/>
  <Override ContentType="application/vnd.openxmlformats-officedocument.presentationml.slide+xml" PartName="/ppt/slides/slide266.xml"/>
  <Override ContentType="application/vnd.openxmlformats-officedocument.presentationml.slide+xml" PartName="/ppt/slides/slide240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231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212.xml"/>
  <Override ContentType="application/vnd.openxmlformats-officedocument.presentationml.slide+xml" PartName="/ppt/slides/slide255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238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208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22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218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262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246.xml"/>
  <Override ContentType="application/vnd.openxmlformats-officedocument.presentationml.slide+xml" PartName="/ppt/slides/slide149.xml"/>
  <Override ContentType="application/vnd.openxmlformats-officedocument.presentationml.slide+xml" PartName="/ppt/slides/slide203.xml"/>
  <Override ContentType="application/vnd.openxmlformats-officedocument.presentationml.slide+xml" PartName="/ppt/slides/slide252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234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207.xml"/>
  <Override ContentType="application/vnd.openxmlformats-officedocument.presentationml.slide+xml" PartName="/ppt/slides/slide224.xml"/>
  <Override ContentType="application/vnd.openxmlformats-officedocument.presentationml.slide+xml" PartName="/ppt/slides/slide47.xml"/>
  <Override ContentType="application/vnd.openxmlformats-officedocument.presentationml.slide+xml" PartName="/ppt/slides/slide241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213.xml"/>
  <Override ContentType="application/vnd.openxmlformats-officedocument.presentationml.slide+xml" PartName="/ppt/slides/slide58.xml"/>
  <Override ContentType="application/vnd.openxmlformats-officedocument.presentationml.slide+xml" PartName="/ppt/slides/slide239.xml"/>
  <Override ContentType="application/vnd.openxmlformats-officedocument.presentationml.slide+xml" PartName="/ppt/slides/slide15.xml"/>
  <Override ContentType="application/vnd.openxmlformats-officedocument.presentationml.slide+xml" PartName="/ppt/slides/slide230.xml"/>
  <Override ContentType="application/vnd.openxmlformats-officedocument.presentationml.slide+xml" PartName="/ppt/slides/slide256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</p:sldIdLst>
  <p:sldSz cy="5143500" cx="9144000"/>
  <p:notesSz cx="6858000" cy="9144000"/>
  <p:embeddedFontLst>
    <p:embeddedFont>
      <p:font typeface="Raleway"/>
      <p:regular r:id="rId273"/>
      <p:bold r:id="rId274"/>
      <p:italic r:id="rId275"/>
      <p:boldItalic r:id="rId276"/>
    </p:embeddedFont>
    <p:embeddedFont>
      <p:font typeface="Lato"/>
      <p:regular r:id="rId277"/>
      <p:bold r:id="rId278"/>
      <p:italic r:id="rId279"/>
      <p:boldItalic r:id="rId28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395F01-DC2A-48CA-9D72-D3D030B7D847}">
  <a:tblStyle styleId="{C2395F01-DC2A-48CA-9D72-D3D030B7D84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190" Type="http://schemas.openxmlformats.org/officeDocument/2006/relationships/slide" Target="slides/slide18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194" Type="http://schemas.openxmlformats.org/officeDocument/2006/relationships/slide" Target="slides/slide188.xml"/><Relationship Id="rId43" Type="http://schemas.openxmlformats.org/officeDocument/2006/relationships/slide" Target="slides/slide37.xml"/><Relationship Id="rId193" Type="http://schemas.openxmlformats.org/officeDocument/2006/relationships/slide" Target="slides/slide187.xml"/><Relationship Id="rId46" Type="http://schemas.openxmlformats.org/officeDocument/2006/relationships/slide" Target="slides/slide40.xml"/><Relationship Id="rId192" Type="http://schemas.openxmlformats.org/officeDocument/2006/relationships/slide" Target="slides/slide186.xml"/><Relationship Id="rId45" Type="http://schemas.openxmlformats.org/officeDocument/2006/relationships/slide" Target="slides/slide39.xml"/><Relationship Id="rId191" Type="http://schemas.openxmlformats.org/officeDocument/2006/relationships/slide" Target="slides/slide185.xml"/><Relationship Id="rId48" Type="http://schemas.openxmlformats.org/officeDocument/2006/relationships/slide" Target="slides/slide42.xml"/><Relationship Id="rId187" Type="http://schemas.openxmlformats.org/officeDocument/2006/relationships/slide" Target="slides/slide181.xml"/><Relationship Id="rId47" Type="http://schemas.openxmlformats.org/officeDocument/2006/relationships/slide" Target="slides/slide41.xml"/><Relationship Id="rId186" Type="http://schemas.openxmlformats.org/officeDocument/2006/relationships/slide" Target="slides/slide180.xml"/><Relationship Id="rId185" Type="http://schemas.openxmlformats.org/officeDocument/2006/relationships/slide" Target="slides/slide179.xml"/><Relationship Id="rId49" Type="http://schemas.openxmlformats.org/officeDocument/2006/relationships/slide" Target="slides/slide43.xml"/><Relationship Id="rId184" Type="http://schemas.openxmlformats.org/officeDocument/2006/relationships/slide" Target="slides/slide178.xml"/><Relationship Id="rId189" Type="http://schemas.openxmlformats.org/officeDocument/2006/relationships/slide" Target="slides/slide183.xml"/><Relationship Id="rId188" Type="http://schemas.openxmlformats.org/officeDocument/2006/relationships/slide" Target="slides/slide18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183" Type="http://schemas.openxmlformats.org/officeDocument/2006/relationships/slide" Target="slides/slide177.xml"/><Relationship Id="rId32" Type="http://schemas.openxmlformats.org/officeDocument/2006/relationships/slide" Target="slides/slide26.xml"/><Relationship Id="rId182" Type="http://schemas.openxmlformats.org/officeDocument/2006/relationships/slide" Target="slides/slide176.xml"/><Relationship Id="rId35" Type="http://schemas.openxmlformats.org/officeDocument/2006/relationships/slide" Target="slides/slide29.xml"/><Relationship Id="rId181" Type="http://schemas.openxmlformats.org/officeDocument/2006/relationships/slide" Target="slides/slide175.xml"/><Relationship Id="rId34" Type="http://schemas.openxmlformats.org/officeDocument/2006/relationships/slide" Target="slides/slide28.xml"/><Relationship Id="rId180" Type="http://schemas.openxmlformats.org/officeDocument/2006/relationships/slide" Target="slides/slide174.xml"/><Relationship Id="rId37" Type="http://schemas.openxmlformats.org/officeDocument/2006/relationships/slide" Target="slides/slide31.xml"/><Relationship Id="rId176" Type="http://schemas.openxmlformats.org/officeDocument/2006/relationships/slide" Target="slides/slide170.xml"/><Relationship Id="rId36" Type="http://schemas.openxmlformats.org/officeDocument/2006/relationships/slide" Target="slides/slide30.xml"/><Relationship Id="rId175" Type="http://schemas.openxmlformats.org/officeDocument/2006/relationships/slide" Target="slides/slide169.xml"/><Relationship Id="rId39" Type="http://schemas.openxmlformats.org/officeDocument/2006/relationships/slide" Target="slides/slide33.xml"/><Relationship Id="rId174" Type="http://schemas.openxmlformats.org/officeDocument/2006/relationships/slide" Target="slides/slide168.xml"/><Relationship Id="rId38" Type="http://schemas.openxmlformats.org/officeDocument/2006/relationships/slide" Target="slides/slide32.xml"/><Relationship Id="rId173" Type="http://schemas.openxmlformats.org/officeDocument/2006/relationships/slide" Target="slides/slide167.xml"/><Relationship Id="rId179" Type="http://schemas.openxmlformats.org/officeDocument/2006/relationships/slide" Target="slides/slide173.xml"/><Relationship Id="rId178" Type="http://schemas.openxmlformats.org/officeDocument/2006/relationships/slide" Target="slides/slide172.xml"/><Relationship Id="rId177" Type="http://schemas.openxmlformats.org/officeDocument/2006/relationships/slide" Target="slides/slide171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98" Type="http://schemas.openxmlformats.org/officeDocument/2006/relationships/slide" Target="slides/slide192.xml"/><Relationship Id="rId14" Type="http://schemas.openxmlformats.org/officeDocument/2006/relationships/slide" Target="slides/slide8.xml"/><Relationship Id="rId197" Type="http://schemas.openxmlformats.org/officeDocument/2006/relationships/slide" Target="slides/slide191.xml"/><Relationship Id="rId17" Type="http://schemas.openxmlformats.org/officeDocument/2006/relationships/slide" Target="slides/slide11.xml"/><Relationship Id="rId196" Type="http://schemas.openxmlformats.org/officeDocument/2006/relationships/slide" Target="slides/slide190.xml"/><Relationship Id="rId16" Type="http://schemas.openxmlformats.org/officeDocument/2006/relationships/slide" Target="slides/slide10.xml"/><Relationship Id="rId195" Type="http://schemas.openxmlformats.org/officeDocument/2006/relationships/slide" Target="slides/slide189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99" Type="http://schemas.openxmlformats.org/officeDocument/2006/relationships/slide" Target="slides/slide193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150" Type="http://schemas.openxmlformats.org/officeDocument/2006/relationships/slide" Target="slides/slide144.xml"/><Relationship Id="rId271" Type="http://schemas.openxmlformats.org/officeDocument/2006/relationships/slide" Target="slides/slide265.xml"/><Relationship Id="rId87" Type="http://schemas.openxmlformats.org/officeDocument/2006/relationships/slide" Target="slides/slide81.xml"/><Relationship Id="rId270" Type="http://schemas.openxmlformats.org/officeDocument/2006/relationships/slide" Target="slides/slide264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3.xml"/><Relationship Id="rId4" Type="http://schemas.openxmlformats.org/officeDocument/2006/relationships/tableStyles" Target="tableStyles.xml"/><Relationship Id="rId148" Type="http://schemas.openxmlformats.org/officeDocument/2006/relationships/slide" Target="slides/slide142.xml"/><Relationship Id="rId269" Type="http://schemas.openxmlformats.org/officeDocument/2006/relationships/slide" Target="slides/slide263.xml"/><Relationship Id="rId9" Type="http://schemas.openxmlformats.org/officeDocument/2006/relationships/slide" Target="slides/slide3.xml"/><Relationship Id="rId143" Type="http://schemas.openxmlformats.org/officeDocument/2006/relationships/slide" Target="slides/slide137.xml"/><Relationship Id="rId264" Type="http://schemas.openxmlformats.org/officeDocument/2006/relationships/slide" Target="slides/slide258.xml"/><Relationship Id="rId142" Type="http://schemas.openxmlformats.org/officeDocument/2006/relationships/slide" Target="slides/slide136.xml"/><Relationship Id="rId263" Type="http://schemas.openxmlformats.org/officeDocument/2006/relationships/slide" Target="slides/slide257.xml"/><Relationship Id="rId141" Type="http://schemas.openxmlformats.org/officeDocument/2006/relationships/slide" Target="slides/slide135.xml"/><Relationship Id="rId262" Type="http://schemas.openxmlformats.org/officeDocument/2006/relationships/slide" Target="slides/slide256.xml"/><Relationship Id="rId140" Type="http://schemas.openxmlformats.org/officeDocument/2006/relationships/slide" Target="slides/slide134.xml"/><Relationship Id="rId261" Type="http://schemas.openxmlformats.org/officeDocument/2006/relationships/slide" Target="slides/slide255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1.xml"/><Relationship Id="rId268" Type="http://schemas.openxmlformats.org/officeDocument/2006/relationships/slide" Target="slides/slide262.xml"/><Relationship Id="rId6" Type="http://schemas.openxmlformats.org/officeDocument/2006/relationships/notesMaster" Target="notesMasters/notesMaster1.xml"/><Relationship Id="rId146" Type="http://schemas.openxmlformats.org/officeDocument/2006/relationships/slide" Target="slides/slide140.xml"/><Relationship Id="rId267" Type="http://schemas.openxmlformats.org/officeDocument/2006/relationships/slide" Target="slides/slide261.xml"/><Relationship Id="rId7" Type="http://schemas.openxmlformats.org/officeDocument/2006/relationships/slide" Target="slides/slide1.xml"/><Relationship Id="rId145" Type="http://schemas.openxmlformats.org/officeDocument/2006/relationships/slide" Target="slides/slide139.xml"/><Relationship Id="rId266" Type="http://schemas.openxmlformats.org/officeDocument/2006/relationships/slide" Target="slides/slide260.xml"/><Relationship Id="rId8" Type="http://schemas.openxmlformats.org/officeDocument/2006/relationships/slide" Target="slides/slide2.xml"/><Relationship Id="rId144" Type="http://schemas.openxmlformats.org/officeDocument/2006/relationships/slide" Target="slides/slide138.xml"/><Relationship Id="rId265" Type="http://schemas.openxmlformats.org/officeDocument/2006/relationships/slide" Target="slides/slide259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260" Type="http://schemas.openxmlformats.org/officeDocument/2006/relationships/slide" Target="slides/slide254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slide" Target="slides/slide133.xml"/><Relationship Id="rId138" Type="http://schemas.openxmlformats.org/officeDocument/2006/relationships/slide" Target="slides/slide132.xml"/><Relationship Id="rId259" Type="http://schemas.openxmlformats.org/officeDocument/2006/relationships/slide" Target="slides/slide253.xml"/><Relationship Id="rId137" Type="http://schemas.openxmlformats.org/officeDocument/2006/relationships/slide" Target="slides/slide131.xml"/><Relationship Id="rId258" Type="http://schemas.openxmlformats.org/officeDocument/2006/relationships/slide" Target="slides/slide252.xml"/><Relationship Id="rId132" Type="http://schemas.openxmlformats.org/officeDocument/2006/relationships/slide" Target="slides/slide126.xml"/><Relationship Id="rId253" Type="http://schemas.openxmlformats.org/officeDocument/2006/relationships/slide" Target="slides/slide247.xml"/><Relationship Id="rId131" Type="http://schemas.openxmlformats.org/officeDocument/2006/relationships/slide" Target="slides/slide125.xml"/><Relationship Id="rId252" Type="http://schemas.openxmlformats.org/officeDocument/2006/relationships/slide" Target="slides/slide246.xml"/><Relationship Id="rId130" Type="http://schemas.openxmlformats.org/officeDocument/2006/relationships/slide" Target="slides/slide124.xml"/><Relationship Id="rId251" Type="http://schemas.openxmlformats.org/officeDocument/2006/relationships/slide" Target="slides/slide245.xml"/><Relationship Id="rId250" Type="http://schemas.openxmlformats.org/officeDocument/2006/relationships/slide" Target="slides/slide244.xml"/><Relationship Id="rId136" Type="http://schemas.openxmlformats.org/officeDocument/2006/relationships/slide" Target="slides/slide130.xml"/><Relationship Id="rId257" Type="http://schemas.openxmlformats.org/officeDocument/2006/relationships/slide" Target="slides/slide251.xml"/><Relationship Id="rId135" Type="http://schemas.openxmlformats.org/officeDocument/2006/relationships/slide" Target="slides/slide129.xml"/><Relationship Id="rId256" Type="http://schemas.openxmlformats.org/officeDocument/2006/relationships/slide" Target="slides/slide250.xml"/><Relationship Id="rId134" Type="http://schemas.openxmlformats.org/officeDocument/2006/relationships/slide" Target="slides/slide128.xml"/><Relationship Id="rId255" Type="http://schemas.openxmlformats.org/officeDocument/2006/relationships/slide" Target="slides/slide249.xml"/><Relationship Id="rId133" Type="http://schemas.openxmlformats.org/officeDocument/2006/relationships/slide" Target="slides/slide127.xml"/><Relationship Id="rId254" Type="http://schemas.openxmlformats.org/officeDocument/2006/relationships/slide" Target="slides/slide248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172" Type="http://schemas.openxmlformats.org/officeDocument/2006/relationships/slide" Target="slides/slide166.xml"/><Relationship Id="rId65" Type="http://schemas.openxmlformats.org/officeDocument/2006/relationships/slide" Target="slides/slide59.xml"/><Relationship Id="rId171" Type="http://schemas.openxmlformats.org/officeDocument/2006/relationships/slide" Target="slides/slide165.xml"/><Relationship Id="rId68" Type="http://schemas.openxmlformats.org/officeDocument/2006/relationships/slide" Target="slides/slide62.xml"/><Relationship Id="rId170" Type="http://schemas.openxmlformats.org/officeDocument/2006/relationships/slide" Target="slides/slide164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165" Type="http://schemas.openxmlformats.org/officeDocument/2006/relationships/slide" Target="slides/slide159.xml"/><Relationship Id="rId69" Type="http://schemas.openxmlformats.org/officeDocument/2006/relationships/slide" Target="slides/slide63.xml"/><Relationship Id="rId164" Type="http://schemas.openxmlformats.org/officeDocument/2006/relationships/slide" Target="slides/slide158.xml"/><Relationship Id="rId163" Type="http://schemas.openxmlformats.org/officeDocument/2006/relationships/slide" Target="slides/slide157.xml"/><Relationship Id="rId162" Type="http://schemas.openxmlformats.org/officeDocument/2006/relationships/slide" Target="slides/slide156.xml"/><Relationship Id="rId169" Type="http://schemas.openxmlformats.org/officeDocument/2006/relationships/slide" Target="slides/slide163.xml"/><Relationship Id="rId168" Type="http://schemas.openxmlformats.org/officeDocument/2006/relationships/slide" Target="slides/slide162.xml"/><Relationship Id="rId167" Type="http://schemas.openxmlformats.org/officeDocument/2006/relationships/slide" Target="slides/slide161.xml"/><Relationship Id="rId166" Type="http://schemas.openxmlformats.org/officeDocument/2006/relationships/slide" Target="slides/slide160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161" Type="http://schemas.openxmlformats.org/officeDocument/2006/relationships/slide" Target="slides/slide155.xml"/><Relationship Id="rId54" Type="http://schemas.openxmlformats.org/officeDocument/2006/relationships/slide" Target="slides/slide48.xml"/><Relationship Id="rId160" Type="http://schemas.openxmlformats.org/officeDocument/2006/relationships/slide" Target="slides/slide154.xml"/><Relationship Id="rId57" Type="http://schemas.openxmlformats.org/officeDocument/2006/relationships/slide" Target="slides/slide51.xml"/><Relationship Id="rId280" Type="http://schemas.openxmlformats.org/officeDocument/2006/relationships/font" Target="fonts/Lato-boldItalic.fntdata"/><Relationship Id="rId56" Type="http://schemas.openxmlformats.org/officeDocument/2006/relationships/slide" Target="slides/slide50.xml"/><Relationship Id="rId159" Type="http://schemas.openxmlformats.org/officeDocument/2006/relationships/slide" Target="slides/slide153.xml"/><Relationship Id="rId59" Type="http://schemas.openxmlformats.org/officeDocument/2006/relationships/slide" Target="slides/slide53.xml"/><Relationship Id="rId154" Type="http://schemas.openxmlformats.org/officeDocument/2006/relationships/slide" Target="slides/slide148.xml"/><Relationship Id="rId275" Type="http://schemas.openxmlformats.org/officeDocument/2006/relationships/font" Target="fonts/Raleway-italic.fntdata"/><Relationship Id="rId58" Type="http://schemas.openxmlformats.org/officeDocument/2006/relationships/slide" Target="slides/slide52.xml"/><Relationship Id="rId153" Type="http://schemas.openxmlformats.org/officeDocument/2006/relationships/slide" Target="slides/slide147.xml"/><Relationship Id="rId274" Type="http://schemas.openxmlformats.org/officeDocument/2006/relationships/font" Target="fonts/Raleway-bold.fntdata"/><Relationship Id="rId152" Type="http://schemas.openxmlformats.org/officeDocument/2006/relationships/slide" Target="slides/slide146.xml"/><Relationship Id="rId273" Type="http://schemas.openxmlformats.org/officeDocument/2006/relationships/font" Target="fonts/Raleway-regular.fntdata"/><Relationship Id="rId151" Type="http://schemas.openxmlformats.org/officeDocument/2006/relationships/slide" Target="slides/slide145.xml"/><Relationship Id="rId272" Type="http://schemas.openxmlformats.org/officeDocument/2006/relationships/slide" Target="slides/slide266.xml"/><Relationship Id="rId158" Type="http://schemas.openxmlformats.org/officeDocument/2006/relationships/slide" Target="slides/slide152.xml"/><Relationship Id="rId279" Type="http://schemas.openxmlformats.org/officeDocument/2006/relationships/font" Target="fonts/Lato-italic.fntdata"/><Relationship Id="rId157" Type="http://schemas.openxmlformats.org/officeDocument/2006/relationships/slide" Target="slides/slide151.xml"/><Relationship Id="rId278" Type="http://schemas.openxmlformats.org/officeDocument/2006/relationships/font" Target="fonts/Lato-bold.fntdata"/><Relationship Id="rId156" Type="http://schemas.openxmlformats.org/officeDocument/2006/relationships/slide" Target="slides/slide150.xml"/><Relationship Id="rId277" Type="http://schemas.openxmlformats.org/officeDocument/2006/relationships/font" Target="fonts/Lato-regular.fntdata"/><Relationship Id="rId155" Type="http://schemas.openxmlformats.org/officeDocument/2006/relationships/slide" Target="slides/slide149.xml"/><Relationship Id="rId276" Type="http://schemas.openxmlformats.org/officeDocument/2006/relationships/font" Target="fonts/Raleway-boldItalic.fntdata"/><Relationship Id="rId107" Type="http://schemas.openxmlformats.org/officeDocument/2006/relationships/slide" Target="slides/slide101.xml"/><Relationship Id="rId228" Type="http://schemas.openxmlformats.org/officeDocument/2006/relationships/slide" Target="slides/slide222.xml"/><Relationship Id="rId106" Type="http://schemas.openxmlformats.org/officeDocument/2006/relationships/slide" Target="slides/slide100.xml"/><Relationship Id="rId227" Type="http://schemas.openxmlformats.org/officeDocument/2006/relationships/slide" Target="slides/slide221.xml"/><Relationship Id="rId105" Type="http://schemas.openxmlformats.org/officeDocument/2006/relationships/slide" Target="slides/slide99.xml"/><Relationship Id="rId226" Type="http://schemas.openxmlformats.org/officeDocument/2006/relationships/slide" Target="slides/slide220.xml"/><Relationship Id="rId104" Type="http://schemas.openxmlformats.org/officeDocument/2006/relationships/slide" Target="slides/slide98.xml"/><Relationship Id="rId225" Type="http://schemas.openxmlformats.org/officeDocument/2006/relationships/slide" Target="slides/slide219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229" Type="http://schemas.openxmlformats.org/officeDocument/2006/relationships/slide" Target="slides/slide223.xml"/><Relationship Id="rId220" Type="http://schemas.openxmlformats.org/officeDocument/2006/relationships/slide" Target="slides/slide214.xml"/><Relationship Id="rId103" Type="http://schemas.openxmlformats.org/officeDocument/2006/relationships/slide" Target="slides/slide97.xml"/><Relationship Id="rId224" Type="http://schemas.openxmlformats.org/officeDocument/2006/relationships/slide" Target="slides/slide218.xml"/><Relationship Id="rId102" Type="http://schemas.openxmlformats.org/officeDocument/2006/relationships/slide" Target="slides/slide96.xml"/><Relationship Id="rId223" Type="http://schemas.openxmlformats.org/officeDocument/2006/relationships/slide" Target="slides/slide217.xml"/><Relationship Id="rId101" Type="http://schemas.openxmlformats.org/officeDocument/2006/relationships/slide" Target="slides/slide95.xml"/><Relationship Id="rId222" Type="http://schemas.openxmlformats.org/officeDocument/2006/relationships/slide" Target="slides/slide216.xml"/><Relationship Id="rId100" Type="http://schemas.openxmlformats.org/officeDocument/2006/relationships/slide" Target="slides/slide94.xml"/><Relationship Id="rId221" Type="http://schemas.openxmlformats.org/officeDocument/2006/relationships/slide" Target="slides/slide215.xml"/><Relationship Id="rId217" Type="http://schemas.openxmlformats.org/officeDocument/2006/relationships/slide" Target="slides/slide211.xml"/><Relationship Id="rId216" Type="http://schemas.openxmlformats.org/officeDocument/2006/relationships/slide" Target="slides/slide210.xml"/><Relationship Id="rId215" Type="http://schemas.openxmlformats.org/officeDocument/2006/relationships/slide" Target="slides/slide209.xml"/><Relationship Id="rId214" Type="http://schemas.openxmlformats.org/officeDocument/2006/relationships/slide" Target="slides/slide208.xml"/><Relationship Id="rId219" Type="http://schemas.openxmlformats.org/officeDocument/2006/relationships/slide" Target="slides/slide213.xml"/><Relationship Id="rId218" Type="http://schemas.openxmlformats.org/officeDocument/2006/relationships/slide" Target="slides/slide212.xml"/><Relationship Id="rId213" Type="http://schemas.openxmlformats.org/officeDocument/2006/relationships/slide" Target="slides/slide207.xml"/><Relationship Id="rId212" Type="http://schemas.openxmlformats.org/officeDocument/2006/relationships/slide" Target="slides/slide206.xml"/><Relationship Id="rId211" Type="http://schemas.openxmlformats.org/officeDocument/2006/relationships/slide" Target="slides/slide205.xml"/><Relationship Id="rId210" Type="http://schemas.openxmlformats.org/officeDocument/2006/relationships/slide" Target="slides/slide204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249" Type="http://schemas.openxmlformats.org/officeDocument/2006/relationships/slide" Target="slides/slide243.xml"/><Relationship Id="rId127" Type="http://schemas.openxmlformats.org/officeDocument/2006/relationships/slide" Target="slides/slide121.xml"/><Relationship Id="rId248" Type="http://schemas.openxmlformats.org/officeDocument/2006/relationships/slide" Target="slides/slide242.xml"/><Relationship Id="rId126" Type="http://schemas.openxmlformats.org/officeDocument/2006/relationships/slide" Target="slides/slide120.xml"/><Relationship Id="rId247" Type="http://schemas.openxmlformats.org/officeDocument/2006/relationships/slide" Target="slides/slide241.xml"/><Relationship Id="rId121" Type="http://schemas.openxmlformats.org/officeDocument/2006/relationships/slide" Target="slides/slide115.xml"/><Relationship Id="rId242" Type="http://schemas.openxmlformats.org/officeDocument/2006/relationships/slide" Target="slides/slide236.xml"/><Relationship Id="rId120" Type="http://schemas.openxmlformats.org/officeDocument/2006/relationships/slide" Target="slides/slide114.xml"/><Relationship Id="rId241" Type="http://schemas.openxmlformats.org/officeDocument/2006/relationships/slide" Target="slides/slide235.xml"/><Relationship Id="rId240" Type="http://schemas.openxmlformats.org/officeDocument/2006/relationships/slide" Target="slides/slide234.xml"/><Relationship Id="rId125" Type="http://schemas.openxmlformats.org/officeDocument/2006/relationships/slide" Target="slides/slide119.xml"/><Relationship Id="rId246" Type="http://schemas.openxmlformats.org/officeDocument/2006/relationships/slide" Target="slides/slide240.xml"/><Relationship Id="rId124" Type="http://schemas.openxmlformats.org/officeDocument/2006/relationships/slide" Target="slides/slide118.xml"/><Relationship Id="rId245" Type="http://schemas.openxmlformats.org/officeDocument/2006/relationships/slide" Target="slides/slide239.xml"/><Relationship Id="rId123" Type="http://schemas.openxmlformats.org/officeDocument/2006/relationships/slide" Target="slides/slide117.xml"/><Relationship Id="rId244" Type="http://schemas.openxmlformats.org/officeDocument/2006/relationships/slide" Target="slides/slide238.xml"/><Relationship Id="rId122" Type="http://schemas.openxmlformats.org/officeDocument/2006/relationships/slide" Target="slides/slide116.xml"/><Relationship Id="rId243" Type="http://schemas.openxmlformats.org/officeDocument/2006/relationships/slide" Target="slides/slide237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99" Type="http://schemas.openxmlformats.org/officeDocument/2006/relationships/slide" Target="slides/slide93.xml"/><Relationship Id="rId98" Type="http://schemas.openxmlformats.org/officeDocument/2006/relationships/slide" Target="slides/slide92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239" Type="http://schemas.openxmlformats.org/officeDocument/2006/relationships/slide" Target="slides/slide233.xml"/><Relationship Id="rId117" Type="http://schemas.openxmlformats.org/officeDocument/2006/relationships/slide" Target="slides/slide111.xml"/><Relationship Id="rId238" Type="http://schemas.openxmlformats.org/officeDocument/2006/relationships/slide" Target="slides/slide232.xml"/><Relationship Id="rId116" Type="http://schemas.openxmlformats.org/officeDocument/2006/relationships/slide" Target="slides/slide110.xml"/><Relationship Id="rId237" Type="http://schemas.openxmlformats.org/officeDocument/2006/relationships/slide" Target="slides/slide231.xml"/><Relationship Id="rId115" Type="http://schemas.openxmlformats.org/officeDocument/2006/relationships/slide" Target="slides/slide109.xml"/><Relationship Id="rId236" Type="http://schemas.openxmlformats.org/officeDocument/2006/relationships/slide" Target="slides/slide230.xml"/><Relationship Id="rId119" Type="http://schemas.openxmlformats.org/officeDocument/2006/relationships/slide" Target="slides/slide113.xml"/><Relationship Id="rId110" Type="http://schemas.openxmlformats.org/officeDocument/2006/relationships/slide" Target="slides/slide104.xml"/><Relationship Id="rId231" Type="http://schemas.openxmlformats.org/officeDocument/2006/relationships/slide" Target="slides/slide225.xml"/><Relationship Id="rId230" Type="http://schemas.openxmlformats.org/officeDocument/2006/relationships/slide" Target="slides/slide224.xml"/><Relationship Id="rId114" Type="http://schemas.openxmlformats.org/officeDocument/2006/relationships/slide" Target="slides/slide108.xml"/><Relationship Id="rId235" Type="http://schemas.openxmlformats.org/officeDocument/2006/relationships/slide" Target="slides/slide229.xml"/><Relationship Id="rId113" Type="http://schemas.openxmlformats.org/officeDocument/2006/relationships/slide" Target="slides/slide107.xml"/><Relationship Id="rId234" Type="http://schemas.openxmlformats.org/officeDocument/2006/relationships/slide" Target="slides/slide228.xml"/><Relationship Id="rId112" Type="http://schemas.openxmlformats.org/officeDocument/2006/relationships/slide" Target="slides/slide106.xml"/><Relationship Id="rId233" Type="http://schemas.openxmlformats.org/officeDocument/2006/relationships/slide" Target="slides/slide227.xml"/><Relationship Id="rId111" Type="http://schemas.openxmlformats.org/officeDocument/2006/relationships/slide" Target="slides/slide105.xml"/><Relationship Id="rId232" Type="http://schemas.openxmlformats.org/officeDocument/2006/relationships/slide" Target="slides/slide226.xml"/><Relationship Id="rId206" Type="http://schemas.openxmlformats.org/officeDocument/2006/relationships/slide" Target="slides/slide200.xml"/><Relationship Id="rId205" Type="http://schemas.openxmlformats.org/officeDocument/2006/relationships/slide" Target="slides/slide199.xml"/><Relationship Id="rId204" Type="http://schemas.openxmlformats.org/officeDocument/2006/relationships/slide" Target="slides/slide198.xml"/><Relationship Id="rId203" Type="http://schemas.openxmlformats.org/officeDocument/2006/relationships/slide" Target="slides/slide197.xml"/><Relationship Id="rId209" Type="http://schemas.openxmlformats.org/officeDocument/2006/relationships/slide" Target="slides/slide203.xml"/><Relationship Id="rId208" Type="http://schemas.openxmlformats.org/officeDocument/2006/relationships/slide" Target="slides/slide202.xml"/><Relationship Id="rId207" Type="http://schemas.openxmlformats.org/officeDocument/2006/relationships/slide" Target="slides/slide201.xml"/><Relationship Id="rId202" Type="http://schemas.openxmlformats.org/officeDocument/2006/relationships/slide" Target="slides/slide196.xml"/><Relationship Id="rId201" Type="http://schemas.openxmlformats.org/officeDocument/2006/relationships/slide" Target="slides/slide195.xml"/><Relationship Id="rId200" Type="http://schemas.openxmlformats.org/officeDocument/2006/relationships/slide" Target="slides/slide19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plantuml.com/plantuml/uml/SoWkIImgAStDuU9ApiyjoCzBpIjHK7BFLt06yZ9pKekK51AB5TBpkTA070MbtCJCFBtqVB0WI0H962oMb9cNM5J9nPMUhw2Rab-Ufskd05PX1JDFmGr884b3TG0L11JbfvGcfoeuWGKWwhWSKlDIG8u30000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plantuml.com/plantuml/uml/XP71IiD048Rl-nH3xm6JnhGDA2s81q45FOg7JPoagzlTC9a8HNntTzQrY1Pw_Fxz-9dPMO-iYQUTLSethzWoQ2AzXmy5S0ONCBlHRj9aPe5puMjiw2Se9BZLX2mq5zeCPAnG6TymUkUnQ78Hgc-m4HO2ctuQUHg5byAFE33k6YH9LfBSlx5FdCUfxlpxmSXpIQvmJCddOPNHcXRpk0l0u8rZfE2MaIswdhS1vn5RFUZMy3u4oxyLnR-AwaH59HNECmBx0NoNHb7nSv_AUl6iqBs064Uy8dbLlVhjfNKoClsMiyjqgHeUi4D2rw9AqsOMk-E2MeSwkVON" TargetMode="Externa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plantuml.com/plantuml/uml/jP71IWCn48RlynH3xZrqZuBIrPE28FW4qysqZcGpPP9OY_ZkPcMZk-3L_vJy7ny_8RkKoN8P0r08UXxbNU8HuA31iw5xv57jul03i4RthpnaxBqtJcaxjNFk95_m6f_BdghUsYVJDua3L_90Py9RCig_ZfQORTBkezV8IUYRVS8VOzs_ZTMvWmH6H_Ep75B2TbcpRiawW7R2JJbjRh1leDdhVWlzJszoVCaB1Qzmq9Em1zXnzDE7V040" TargetMode="External"/></Relationships>
</file>

<file path=ppt/notesSlides/_rels/notesSlide2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plantuml.com/plantuml/uml/NO_B2i8m44NtynL3zbsqUwNgIa4G_89fCqeaJIGFQv7-kwaqFhohv1mkkQbz81TYfu6qjdsdxigS0KvMItOezjnPDmXy0AROvi9jm9MKZhql9pfdeyA02pp6Xb8zquEpDsLQJcP7FU6Q78LFnqOJt5JR6caDUqKlDyAO1YZDA6X-II1vp9TVLtsx2Y2Vi8ZNOldUcddvpw5c8wV_Fm40" TargetMode="External"/></Relationships>
</file>

<file path=ppt/notesSlides/_rels/notesSlide2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plantuml.com/plantuml/uml/NO_B2i8m44NtynL3zbsqUwNgIa4G_89fCqeaJIGFQv7-kwaqFhohv1mkkQbz81TYfu6qjdsdxigS0KvMItOezjnPDmXy0AROvi9jm9MKZhql9pfdeyA02pp6Xb8zquEpDsLQJcP7FU6Q78LFnqOJt5JR6caDUqKlDyAO1YZDA6X-II1vp9TVLtsx2Y2Vi8ZNOldUcddvpw5c8wV_Fm40" TargetMode="External"/></Relationships>
</file>

<file path=ppt/notesSlides/_rels/notesSlide2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plantuml.com/plantuml/uml/ZP31IiKm44NtynL3zc_nkbTQTTEA8FW5qsQKQ9h89B4MwR-RIeCMktYpIkxXSfYfGoI9QRH0rlffD9_6lG0yUwjPK3tmw6LM-0MOn_UlF4Hij1OEuRocszoQEECLFgMUShsaZ-8_Z1iuauucmXiIYhyTdroKjTOwxHq7GpziEN1L_rqTlP54EfBTtRS5Ns1Ryhh6CYhQzb980Sjdpwg_h08eBpobzzCrDWMKzZu_0zJiz7hjRm00" TargetMode="External"/></Relationships>
</file>

<file path=ppt/notesSlides/_rels/notesSlide2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plantuml.com/plantuml/uml/XP3DJeKm48NtynIJxbd8NeC_6p0c9Zx1G0TIBQsPjY8nlBjW0FLUaZkhzdmv-TefGYI9gRT0rlgXDv_6TG2jjve5rHFtNaQ5Nu3p-FgLcuYtMWk7SBMcozoREE8rlgIQNBUdp-8_Z6ju9XKDX7Sa57yxFhaeIwrqsZiEXdxOTE3AprqLlP54Ef8zF9OxlcoR05fZ6HMj_r980RVBVvR_PJd0Ti8ilMSt-sjXQv_cKB3JoxQ_0G00" TargetMode="External"/></Relationships>
</file>

<file path=ppt/notesSlides/_rels/notesSlide2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063a07b88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8063a07b88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8063a07b88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8063a07b88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4c210ad45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4c210ad45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74a60ad91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74a60ad91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6e57738a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76e57738a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76e57738a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76e57738a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76e57738a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76e57738a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u="sng">
                <a:solidFill>
                  <a:schemeClr val="hlink"/>
                </a:solidFill>
                <a:hlinkClick r:id="rId2"/>
              </a:rPr>
              <a:t>http://www.plantuml.com/plantuml/uml/SoWkIImgAStDuU9ApiyjoCzBpIjHK7BFLt06yZ9pKekK51AB5TBpkTA070MbtCJCFBtqVB0WI0H962oMb9cNM5J9nPMUhw2Rab-Ufskd05PX1JDFmGr884b3TG0L11JbfvGcfoeuWGKWwhWSKlDIG8u30000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74a60ad919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74a60ad91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6e57738a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6e57738a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76e57738a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76e57738a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4c210ad45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4c210ad45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4c210ad454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4c210ad454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4c210ad454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4c210ad45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4c210ad454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4c210ad45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4c210ad45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4c210ad45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4c210ad454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4c210ad45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4c210ad45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4c210ad45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76e57738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76e57738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76f41bdaa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76f41bdaa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76f41bdaa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76f41bdaa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74a60ad919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74a60ad91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4c210ad454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4c210ad454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4c210ad454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4c210ad454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4c210ad454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4c210ad454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4c210ad454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4c210ad454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4c210ad454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4c210ad454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4c210ad45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4c210ad45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76f41bdaa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76f41bdaa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76f41bdaa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76f41bdaa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76f41bdaa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76f41bdaa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76f41bdaa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76f41bdaa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76f41bdaa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76f41bdaa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76f41bdaac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76f41bdaa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74a60ad919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74a60ad919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76f41bdaa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76f41bdaa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76f41bdaac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76f41bdaac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76f41bdaac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76f41bdaac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74a60ad919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74a60ad919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76f41bdaac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76f41bdaac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76f41bdaac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76f41bdaac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76f41bdaa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76f41bdaa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76f41bdaac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76f41bdaac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74a60ad919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74a60ad919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76f41bdaac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76f41bdaac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76f41bdaac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76f41bdaac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76f41bdaac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76f41bdaac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76f41bdaac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76f41bdaac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76f41bdaac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76f41bdaac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76f41bdaac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76f41bdaac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76f41bdaac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76f41bdaac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76f41bdaac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76f41bdaac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74a60ad919_0_1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74a60ad919_0_1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76f41bdaac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76f41bdaac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76f41bdaac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76f41bdaac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76f41bdaac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76f41bdaac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76f41bdaac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76f41bdaac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74a60ad919_0_1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74a60ad919_0_1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76f41bdaac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76f41bdaac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76f41bdaac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76f41bdaac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76f41bdaac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76f41bdaac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74a60ad919_0_1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74a60ad919_0_1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76f41bdaac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76f41bdaac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76f41bdaac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76f41bdaac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74a60ad919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74a60ad919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74a60ad919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74a60ad919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76f41bdaac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76f41bdaac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74a60ad919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74a60ad919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76f41bdaac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76f41bdaac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74a60ad919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74a60ad919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76f41bdaac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76f41bdaac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74a60ad919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74a60ad919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74a60ad919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74a60ad919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74a60ad919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74a60ad919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76f41bdaac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76f41bdaac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74a60ad919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74a60ad919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74a60ad919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74a60ad919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74a60ad919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74a60ad919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74a60ad919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74a60ad919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74a60ad919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74a60ad919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76f41bdaac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76f41bdaac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74a60ad919_0_1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74a60ad919_0_1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74a60ad919_0_1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74a60ad919_0_1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74a60ad919_0_1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74a60ad919_0_1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76f41bdaac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76f41bdaac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76f41bdaac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76f41bdaac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76f41bdaac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76f41bdaac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74a60ad919_0_1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74a60ad919_0_1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76f41bdaac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76f41bdaac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74a60ad919_0_1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74a60ad919_0_1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76f41bdaac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76f41bdaac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76f41bdaac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76f41bdaac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76f41bdaac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76f41bdaac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76f41bdaac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76f41bdaac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u="sng">
                <a:solidFill>
                  <a:schemeClr val="hlink"/>
                </a:solidFill>
                <a:hlinkClick r:id="rId2"/>
              </a:rPr>
              <a:t>http://www.plantuml.com/plantuml/uml/XP71IiD048Rl-nH3xm6JnhGDA2s81q45FOg7JPoagzlTC9a8HNntTzQrY1Pw_Fxz-9dPMO-iYQUTLSethzWoQ2AzXmy5S0ONCBlHRj9aPe5puMjiw2Se9BZLX2mq5zeCPAnG6TymUkUnQ78Hgc-m4HO2ctuQUHg5byAFE33k6YH9LfBSlx5FdCUfxlpxmSXpIQvmJCddOPNHcXRpk0l0u8rZfE2MaIswdhS1vn5RFUZMy3u4oxyLnR-AwaH59HNECmBx0NoNHb7nSv_AUl6iqBs064Uy8dbLlVhjfNKoClsMiyjqgHeUi4D2rw9AqsOMk-E2MeSwkVON</a:t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76f41bdaac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76f41bdaac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76f41bdaac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76f41bdaac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76f41bdaac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76f41bdaac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76f41bdaac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76f41bdaac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76f41bdaac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76f41bdaac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76f41bdaac_0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76f41bdaac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76f41bdaac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76f41bdaac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74a60ad919_0_1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74a60ad919_0_1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76f41bdaac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76f41bdaac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76f41bdaac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76f41bdaac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76f41bdaac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76f41bdaac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76f41bdaac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76f41bdaac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74a60ad919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74a60ad919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74a60ad919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74a60ad919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76f41bdaac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76f41bdaac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74a60ad919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74a60ad919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76f41bdaac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76f41bdaac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74a60ad919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74a60ad919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76f41bdaac_0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76f41bdaac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76f41bdaac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76f41bdaac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76f41bdaac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76f41bdaac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74a60ad919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74a60ad919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74a60ad919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74a60ad919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76f41bdaac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76f41bdaac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76f41bdaac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76f41bdaac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76f41bdaac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76f41bdaac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74a60ad919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74a60ad919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76f41bdaac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76f41bdaac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74a60ad919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74a60ad919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74a60ad919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74a60ad919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76f41bdaac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76f41bdaac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76f41bdaac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76f41bdaac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76f41bdaac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76f41bdaac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74a60ad919_0_1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74a60ad919_0_1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76f41bdaac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76f41bdaac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74a60ad919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74a60ad919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74a60ad919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74a60ad919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76f41bdaac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76f41bdaac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76f41bdaac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76f41bdaac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74a60ad919_0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74a60ad919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74a60ad919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74a60ad919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76f41bdaac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76f41bdaac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74a60ad919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74a60ad919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74a60ad919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74a60ad919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76f41bdaac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76f41bdaac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74a60ad919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74a60ad919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74a60ad919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74a60ad919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76f41bdaac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76f41bdaac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74a60ad919_0_1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74a60ad919_0_1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76f41bdaac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76f41bdaac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76f41bdaac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76f41bdaac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76f41bdaac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76f41bdaac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76f41bdaac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76f41bdaac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74a60ad919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74a60ad919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76f41bdaac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76f41bdaac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76f41bdaac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76f41bdaac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76f41bdaac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76f41bdaac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74a60ad919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74a60ad919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74a60ad919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74a60ad919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76f41bdaac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76f41bdaac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76f41bdaac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76f41bdaac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74a60ad919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74a60ad919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76f41bdaac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76f41bdaac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76f41bdaac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76f41bdaac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76f41bdaac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76f41bdaac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76f41bdaac_0_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76f41bdaac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76f41bdaac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76f41bdaac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76f41bdaac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76f41bdaac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76f41bdaac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76f41bdaac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76f41bdaac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76f41bdaac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74a60ad919_0_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74a60ad919_0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76f41bdaac_0_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76f41bdaac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76f41bdaac_0_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76f41bdaac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76f41bdaac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76f41bdaac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76f41bdaac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76f41bdaac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74a60ad919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74a60ad919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74a60ad919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74a60ad919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76f41bdaac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76f41bdaac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83df2f1da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83df2f1da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74a60ad919_0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74a60ad919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74a60ad919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74a60ad919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74a60ad919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74a60ad919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76f41bdaac_0_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76f41bdaac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76f41bdaac_0_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76f41bdaac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76f41bdaac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76f41bdaac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76f41bdaac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76f41bdaac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76f41bdaac_0_7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76f41bdaac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76f41bdaac_0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76f41bdaac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76f41bdaac_0_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76f41bdaac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74a60ad919_0_9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74a60ad919_0_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74a60ad919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74a60ad919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74a60ad919_0_1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74a60ad919_0_1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74a60ad919_0_1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74a60ad919_0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76f41bdaac_0_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76f41bdaac_0_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76f41bdaac_0_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76f41bdaac_0_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76f41bdaac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76f41bdaac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76f41bdaac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76f41bdaac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76f41bdaac_0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76f41bdaac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76f41bdaac_0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76f41bdaac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74a60ad919_0_1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74a60ad919_0_1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76f41bdaac_0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76f41bdaac_0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76f41bdaac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76f41bdaac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74a60ad919_0_1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74a60ad919_0_1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76f41bdaac_0_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76f41bdaac_0_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76f41bdaac_0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76f41bdaac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76f41bdaac_0_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76f41bdaac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76f41bdaac_0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76f41bdaac_0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76f41bdaac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76f41bdaac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76f41bdaac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76f41bdaac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76f41bdaac_0_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76f41bdaac_0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76f41bdaac_0_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76f41bdaac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76f41bdaac_0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76f41bdaac_0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76f41bdaac_0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76f41bdaac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76f41bdaac_0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76f41bdaac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76f41bdaac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76f41bdaac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76f41bdaac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76f41bdaac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83df2f1d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5" name="Google Shape;1305;g83df2f1d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76f41bdaac_0_1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76f41bdaac_0_1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76f41bdaac_0_10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76f41bdaac_0_1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76f41bdaac_0_1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76f41bdaac_0_1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76f41bdaac_0_1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76f41bdaac_0_1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83df2f1da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83df2f1da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76f41bdaac_0_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9" name="Google Shape;1339;g76f41bdaac_0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76f41bdaac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76f41bdaac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76f41bdaac_0_9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76f41bdaac_0_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u="sng">
                <a:solidFill>
                  <a:schemeClr val="hlink"/>
                </a:solidFill>
                <a:hlinkClick r:id="rId2"/>
              </a:rPr>
              <a:t>http://www.plantuml.com/plantuml/uml/jP71IWCn48RlynH3xZrqZuBIrPE28FW4qysqZcGpPP9OY_ZkPcMZk-3L_vJy7ny_8RkKoN8P0r08UXxbNU8HuA31iw5xv57jul03i4RthpnaxBqtJcaxjNFk95_m6f_BdghUsYVJDua3L_90Py9RCig_ZfQORTBkezV8IUYRVS8VOzs_ZTMvWmH6H_Ep75B2TbcpRiawW7R2JJbjRh1leDdhVWlzJszoVCaB1Qzmq9Em1zXnzDE7V040</a:t>
            </a:r>
            <a:endParaRPr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76f41bdaac_0_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76f41bdaac_0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76f41bdaac_0_9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76f41bdaac_0_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u="sng">
                <a:solidFill>
                  <a:schemeClr val="hlink"/>
                </a:solidFill>
                <a:hlinkClick r:id="rId2"/>
              </a:rPr>
              <a:t>http://www.plantuml.com/plantuml/uml/NO_B2i8m44NtynL3zbsqUwNgIa4G_89fCqeaJIGFQv7-kwaqFhohv1mkkQbz81TYfu6qjdsdxigS0KvMItOezjnPDmXy0AROvi9jm9MKZhql9pfdeyA02pp6Xb8zquEpDsLQJcP7FU6Q78LFnqOJt5JR6caDUqKlDyAO1YZDA6X-II1vp9TVLtsx2Y2Vi8ZNOldUcddvpw5c8wV_Fm40</a:t>
            </a:r>
            <a:endParaRPr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76f41bdaac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76f41bdaac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76f41bdaac_0_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76f41bdaac_0_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24c210ad454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24c210ad454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76f41bdaac_0_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76f41bdaac_0_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24c210ad454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24c210ad454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u="sng">
                <a:solidFill>
                  <a:schemeClr val="hlink"/>
                </a:solidFill>
                <a:hlinkClick r:id="rId2"/>
              </a:rPr>
              <a:t>http://www.plantuml.com/plantuml/uml/NO_B2i8m44NtynL3zbsqUwNgIa4G_89fCqeaJIGFQv7-kwaqFhohv1mkkQbz81TYfu6qjdsdxigS0KvMItOezjnPDmXy0AROvi9jm9MKZhql9pfdeyA02pp6Xb8zquEpDsLQJcP7FU6Q78LFnqOJt5JR6caDUqKlDyAO1YZDA6X-II1vp9TVLtsx2Y2Vi8ZNOldUcddvpw5c8wV_Fm40</a:t>
            </a:r>
            <a:endParaRPr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76f41bdaac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76f41bdaac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76f41bdaac_0_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76f41bdaac_0_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u="sng">
                <a:solidFill>
                  <a:schemeClr val="hlink"/>
                </a:solidFill>
                <a:hlinkClick r:id="rId2"/>
              </a:rPr>
              <a:t>http://www.plantuml.com/plantuml/uml/ZP31IiKm44NtynL3zc_nkbTQTTEA8FW5qsQKQ9h89B4MwR-RIeCMktYpIkxXSfYfGoI9QRH0rlffD9_6lG0yUwjPK3tmw6LM-0MOn_UlF4Hij1OEuRocszoQEECLFgMUShsaZ-8_Z1iuauucmXiIYhyTdroKjTOwxHq7GpziEN1L_rqTlP54EfBTtRS5Ns1Ryhh6CYhQzb980Sjdpwg_h08eBpobzzCrDWMKzZu_0zJiz7hjRm00</a:t>
            </a:r>
            <a:endParaRPr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76f41bdaac_0_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76f41bdaac_0_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g76f41bdaac_0_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6" name="Google Shape;1416;g76f41bdaac_0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u="sng">
                <a:solidFill>
                  <a:schemeClr val="hlink"/>
                </a:solidFill>
                <a:hlinkClick r:id="rId2"/>
              </a:rPr>
              <a:t>http://www.plantuml.com/plantuml/uml/XP3DJeKm48NtynIJxbd8NeC_6p0c9Zx1G0TIBQsPjY8nlBjW0FLUaZkhzdmv-TefGYI9gRT0rlgXDv_6TG2jjve5rHFtNaQ5Nu3p-FgLcuYtMWk7SBMcozoREE8rlgIQNBUdp-8_Z6ju9XKDX7Sa57yxFhaeIwrqsZiEXdxOTE3AprqLlP54Ef8zF9OxlcoR05fZ6HMj_r980RVBVvR_PJd0Ti8ilMSt-sjXQv_cKB3JoxQ_0G00</a:t>
            </a:r>
            <a:endParaRPr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24c210ad454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24c210ad454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76f41bdaac_0_1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7" name="Google Shape;1427;g76f41bdaac_0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76f41bdaac_0_1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76f41bdaac_0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76f41bdaac_0_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76f41bdaac_0_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76f41bdaac_0_1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" name="Google Shape;1444;g76f41bdaac_0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76f41bdaac_0_1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76f41bdaac_0_1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76f41bdaac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76f41bdaac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76f41bdaac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76f41bdaac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76f41bdaac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" name="Google Shape;1467;g76f41bdaac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76f41bdaac_0_1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3" name="Google Shape;1473;g76f41bdaac_0_1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76f41bdaac_0_10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9" name="Google Shape;1479;g76f41bdaac_0_1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76f41bdaac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76f41bdaac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76f41bdaac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76f41bdaac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76f41bdaac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76f41bdaac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76f41bdaac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76f41bdaac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76f41bdaac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76f41bdaac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83df2f1da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83df2f1da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76f41bdaac_0_1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76f41bdaac_0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76f41bdaac_0_1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5" name="Google Shape;1525;g76f41bdaac_0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76f41bdaac_0_1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76f41bdaac_0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76f41bdaac_0_1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76f41bdaac_0_1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g76f41bdaac_0_1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2" name="Google Shape;1542;g76f41bdaac_0_1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76f41bdaac_0_1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8" name="Google Shape;1548;g76f41bdaac_0_1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8f512bf2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8f512bf2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289dd94e9b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89dd94e9b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g289dd94e9b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5" name="Google Shape;1565;g289dd94e9b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g289dd94e9b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2" name="Google Shape;1572;g289dd94e9b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289dd94e9b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8" name="Google Shape;1578;g289dd94e9b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289dd94e9b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289dd94e9b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289dd94e9b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289dd94e9b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289dd94e9bf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89dd94e9bf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g289dd94e9bf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1" name="Google Shape;1601;g289dd94e9b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g289dd94e9b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8" name="Google Shape;1608;g289dd94e9b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289dd94e9bf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289dd94e9bf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289dd94e9bf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289dd94e9bf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g289dd94e9bf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5" name="Google Shape;1625;g289dd94e9bf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.me/khannedy" TargetMode="External"/><Relationship Id="rId4" Type="http://schemas.openxmlformats.org/officeDocument/2006/relationships/hyperlink" Target="https://www.linkedin.com/company/programmer-zaman-now/" TargetMode="External"/><Relationship Id="rId9" Type="http://schemas.openxmlformats.org/officeDocument/2006/relationships/hyperlink" Target="https://tiktok.com/@programmerzamannow" TargetMode="External"/><Relationship Id="rId5" Type="http://schemas.openxmlformats.org/officeDocument/2006/relationships/hyperlink" Target="https://facebook.com/ProgrammerZamanNow" TargetMode="External"/><Relationship Id="rId6" Type="http://schemas.openxmlformats.org/officeDocument/2006/relationships/hyperlink" Target="https://www.instagram.com/programmerzamannow" TargetMode="External"/><Relationship Id="rId7" Type="http://schemas.openxmlformats.org/officeDocument/2006/relationships/hyperlink" Target="https://www.youtube.com/c/ProgrammerZamanNow" TargetMode="External"/><Relationship Id="rId8" Type="http://schemas.openxmlformats.org/officeDocument/2006/relationships/hyperlink" Target="https://t.me/ProgrammerZamanNo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olang.org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6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5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2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0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4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27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6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5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2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39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29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53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33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0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31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37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9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6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62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42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38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41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4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44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43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60.pn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56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45.pn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51.pn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48.pn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47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55.pn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58.png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50.png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68.png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52.png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57.png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59.png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61.png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65.png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66.png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64.png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63.png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3.png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69.png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0.xml"/><Relationship Id="rId3" Type="http://schemas.openxmlformats.org/officeDocument/2006/relationships/image" Target="../media/image72.png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75.png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76.png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70.png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67.png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79.png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77.png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1.png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74.png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78.png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0.png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6.png"/></Relationships>
</file>

<file path=ppt/slides/_rels/slide2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9.xml"/><Relationship Id="rId3" Type="http://schemas.openxmlformats.org/officeDocument/2006/relationships/image" Target="../media/image71.png"/></Relationships>
</file>

<file path=ppt/slides/_rels/slide2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0.xml"/><Relationship Id="rId3" Type="http://schemas.openxmlformats.org/officeDocument/2006/relationships/image" Target="../media/image83.png"/></Relationships>
</file>

<file path=ppt/slides/_rels/slide2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85.png"/></Relationships>
</file>

<file path=ppt/slides/_rels/slide2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82.png"/></Relationships>
</file>

<file path=ppt/slides/_rels/slide2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88.png"/></Relationships>
</file>

<file path=ppt/slides/_rels/slide2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84.png"/></Relationships>
</file>

<file path=ppt/slides/_rels/slide2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86.png"/></Relationships>
</file>

<file path=ppt/slides/_rels/slide2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2.xml"/></Relationships>
</file>

<file path=ppt/slides/_rels/slide2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94.png"/></Relationships>
</file>

<file path=ppt/slides/_rels/slide2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86.png"/></Relationships>
</file>

<file path=ppt/slides/_rels/slide2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89.png"/></Relationships>
</file>

<file path=ppt/slides/_rels/slide2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91.png"/></Relationships>
</file>

<file path=ppt/slides/_rels/slide2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97.png"/></Relationships>
</file>

<file path=ppt/slides/_rels/slide2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87.png"/></Relationships>
</file>

<file path=ppt/slides/_rels/slide2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1.xml"/></Relationships>
</file>

<file path=ppt/slides/_rels/slide2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2.xml"/></Relationships>
</file>

<file path=ppt/slides/_rels/slide2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90.png"/></Relationships>
</file>

<file path=ppt/slides/_rels/slide2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4.xml"/></Relationships>
</file>

<file path=ppt/slides/_rels/slide2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5.xml"/></Relationships>
</file>

<file path=ppt/slides/_rels/slide2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6.xml"/><Relationship Id="rId3" Type="http://schemas.openxmlformats.org/officeDocument/2006/relationships/image" Target="../media/image107.png"/></Relationships>
</file>

<file path=ppt/slides/_rels/slide2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7.xml"/><Relationship Id="rId3" Type="http://schemas.openxmlformats.org/officeDocument/2006/relationships/image" Target="../media/image92.png"/></Relationships>
</file>

<file path=ppt/slides/_rels/slide2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8.xml"/></Relationships>
</file>

<file path=ppt/slides/_rels/slide2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9.xml"/></Relationships>
</file>

<file path=ppt/slides/_rels/slide2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98.png"/></Relationships>
</file>

<file path=ppt/slides/_rels/slide2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03.png"/></Relationships>
</file>

<file path=ppt/slides/_rels/slide2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3.xml"/></Relationships>
</file>

<file path=ppt/slides/_rels/slide2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09.png"/></Relationships>
</file>

<file path=ppt/slides/_rels/slide2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5.xml"/></Relationships>
</file>

<file path=ppt/slides/_rels/slide2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95.png"/></Relationships>
</file>

<file path=ppt/slides/_rels/slide2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7.xml"/></Relationships>
</file>

<file path=ppt/slides/_rels/slide2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8.xml"/></Relationships>
</file>

<file path=ppt/slides/_rels/slide2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93.png"/></Relationships>
</file>

<file path=ppt/slides/_rels/slide2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0.xml"/></Relationships>
</file>

<file path=ppt/slides/_rels/slide2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1.xml"/></Relationships>
</file>

<file path=ppt/slides/_rels/slide2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2.xml"/><Relationship Id="rId3" Type="http://schemas.openxmlformats.org/officeDocument/2006/relationships/image" Target="../media/image100.png"/></Relationships>
</file>

<file path=ppt/slides/_rels/slide2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3.xml"/><Relationship Id="rId3" Type="http://schemas.openxmlformats.org/officeDocument/2006/relationships/image" Target="../media/image104.png"/></Relationships>
</file>

<file path=ppt/slides/_rels/slide2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4.xml"/></Relationships>
</file>

<file path=ppt/slides/_rels/slide2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5.xml"/></Relationships>
</file>

<file path=ppt/slides/_rels/slide2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6.xml"/><Relationship Id="rId3" Type="http://schemas.openxmlformats.org/officeDocument/2006/relationships/image" Target="../media/image99.png"/></Relationships>
</file>

<file path=ppt/slides/_rels/slide2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7.xml"/></Relationships>
</file>

<file path=ppt/slides/_rels/slide2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8.xml"/><Relationship Id="rId3" Type="http://schemas.openxmlformats.org/officeDocument/2006/relationships/image" Target="../media/image102.png"/></Relationships>
</file>

<file path=ppt/slides/_rels/slide2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9.xml"/><Relationship Id="rId3" Type="http://schemas.openxmlformats.org/officeDocument/2006/relationships/image" Target="../media/image108.png"/></Relationships>
</file>

<file path=ppt/slides/_rels/slide2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0.xml"/></Relationships>
</file>

<file path=ppt/slides/_rels/slide2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1.xml"/></Relationships>
</file>

<file path=ppt/slides/_rels/slide2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2.xml"/><Relationship Id="rId3" Type="http://schemas.openxmlformats.org/officeDocument/2006/relationships/image" Target="../media/image101.png"/><Relationship Id="rId4" Type="http://schemas.openxmlformats.org/officeDocument/2006/relationships/image" Target="../media/image110.png"/></Relationships>
</file>

<file path=ppt/slides/_rels/slide2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3.xml"/><Relationship Id="rId3" Type="http://schemas.openxmlformats.org/officeDocument/2006/relationships/image" Target="../media/image106.png"/></Relationships>
</file>

<file path=ppt/slides/_rels/slide2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4.xml"/><Relationship Id="rId3" Type="http://schemas.openxmlformats.org/officeDocument/2006/relationships/image" Target="../media/image105.png"/></Relationships>
</file>

<file path=ppt/slides/_rels/slide2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5.xml"/></Relationships>
</file>

<file path=ppt/slides/_rels/slide2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Go-Lang Dasar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23717"/>
          <a:stretch/>
        </p:blipFill>
        <p:spPr>
          <a:xfrm>
            <a:off x="1800" y="487410"/>
            <a:ext cx="9144003" cy="465609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FFFF"/>
                </a:solidFill>
              </a:rPr>
              <a:t>Eko Kurniawan Khannedy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2078875"/>
            <a:ext cx="536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Technical architect at one of the biggest ecommerce company in Indonesia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12+ years experiences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www.programmerzamannow.com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youtube.com/c/ProgrammerZamanNow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: </a:t>
            </a:r>
            <a:r>
              <a:rPr lang="id" u="sng">
                <a:solidFill>
                  <a:schemeClr val="hlink"/>
                </a:solidFill>
                <a:hlinkClick r:id="rId3"/>
              </a:rPr>
              <a:t>@khannedy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Linkedin : </a:t>
            </a:r>
            <a:r>
              <a:rPr lang="id" u="sng">
                <a:solidFill>
                  <a:schemeClr val="hlink"/>
                </a:solidFill>
                <a:hlinkClick r:id="rId4"/>
              </a:rPr>
              <a:t>https://www.linkedin.com/company/programmer-zaman-now/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Facebook : </a:t>
            </a:r>
            <a:r>
              <a:rPr lang="id" u="sng">
                <a:solidFill>
                  <a:schemeClr val="hlink"/>
                </a:solidFill>
                <a:hlinkClick r:id="rId5"/>
              </a:rPr>
              <a:t>fb.com/ProgrammerZamanNow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Instagram : </a:t>
            </a:r>
            <a:r>
              <a:rPr lang="id" u="sng">
                <a:solidFill>
                  <a:schemeClr val="hlink"/>
                </a:solidFill>
                <a:hlinkClick r:id="rId6"/>
              </a:rPr>
              <a:t>instagram.com/programmerzamannow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Youtube : </a:t>
            </a:r>
            <a:r>
              <a:rPr lang="id" u="sng">
                <a:solidFill>
                  <a:schemeClr val="hlink"/>
                </a:solidFill>
                <a:hlinkClick r:id="rId7"/>
              </a:rPr>
              <a:t>youtube.com/c/ProgrammerZamanNow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Channel : </a:t>
            </a:r>
            <a:r>
              <a:rPr lang="id" u="sng">
                <a:solidFill>
                  <a:schemeClr val="hlink"/>
                </a:solidFill>
                <a:hlinkClick r:id="rId8"/>
              </a:rPr>
              <a:t>t.me/ProgrammerZamanNow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Tiktok : </a:t>
            </a:r>
            <a:r>
              <a:rPr lang="id" u="sng">
                <a:solidFill>
                  <a:schemeClr val="hlink"/>
                </a:solidFill>
                <a:hlinkClick r:id="rId9"/>
              </a:rPr>
              <a:t>https://tiktok.com/@programmerzamannow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 : echo.khannedy@gmail.com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Belajar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Mengerti cara menggunakan komputer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Mengerti cara menginstall aplikasi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Mengerti cara menggunakan terminal/command prompt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Pengenalan Go-Lang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Sejarah Go-Lang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Dibuat di Google menggunakan bahasa pemrograman 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Rilis ke public sebagai open source pada tahun 2009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populer sejak digunakan untuk membuat Docker pada tahun 2011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ini mulai banyak teknologi baru yang dibuat menggunakan bahasa Go-Lang dibanding bahasa C, seperti Kubernetes, Prometheus, CockroachDB, dan lain-lain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ini mulai populer untuk pembuatan Backend API di Microservices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Kenapa Belajar Go-Lang?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Bahasa Go-Lang sangat sederhana, tidak butuh waktu lama untuk mempelajarinya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mendukung baik concurrency programming, dimana saat ini kita hidup di zaman multicore processor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mendukung garbage collector, sehingga tidak butuh melakukan management memory secara manual seperti di bahasa 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Salah satu bahasa pemrograman yang sedang naik daun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Proses Development Program Go-Lang</a:t>
            </a:r>
            <a:endParaRPr/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0113" y="2006250"/>
            <a:ext cx="474378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Menginstall Go-Lang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Software Development Kit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Download Compiler Go-Lang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Install Compiler Go-Lang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Cek menggunakan perintah : go version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Text Editor atau IDE</a:t>
            </a:r>
            <a:endParaRPr/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Visual Studio Code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JetBrains GoLand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Project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Project</a:t>
            </a:r>
            <a:endParaRPr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Project di Go-Lang, biasanya disebut sebagai module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module, kita bisa menggunakan perintah berikut di folder tempat kita akan membuat module :</a:t>
            </a:r>
            <a:br>
              <a:rPr lang="id"/>
            </a:br>
            <a:r>
              <a:rPr lang="id"/>
              <a:t>go mod init nama-module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Fitur Go-Lang Modules sebenarnya masih banyak, namun akan kita bahas di kelas khusus membahas tentang Go-Lang Modules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Membuat Module</a:t>
            </a:r>
            <a:endParaRPr/>
          </a:p>
        </p:txBody>
      </p:sp>
      <p:pic>
        <p:nvPicPr>
          <p:cNvPr id="163" name="Google Shape;16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1926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Program Hello World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Main Function</a:t>
            </a:r>
            <a:endParaRPr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Go-Lang, itu mirip seperti bahasa pemrograman C/C++, dimana perlu ada yang namanya main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Main function adalah sebuah fungsi yang akan dijalankan ketika program berjalan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function, kita bisa menggunakan kata kunci func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Main function harus terdapat didalam main package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Titik koma di Golang, tidaklah wajib, artinya kita bisa menambahkan titik koma atau tidak, diakhir kode program kita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Main Function</a:t>
            </a:r>
            <a:endParaRPr/>
          </a:p>
        </p:txBody>
      </p:sp>
      <p:pic>
        <p:nvPicPr>
          <p:cNvPr id="180" name="Google Shape;18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524750" cy="20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Println</a:t>
            </a:r>
            <a:endParaRPr/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menulis tulisan, kita perlu melakukan import module fmt terlebih dahulu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Mirip ketika kita belajar Java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Materi tentang import, akan kita bahas di bagian tersendiri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Program Hello World</a:t>
            </a:r>
            <a:endParaRPr/>
          </a:p>
        </p:txBody>
      </p:sp>
      <p:pic>
        <p:nvPicPr>
          <p:cNvPr id="192" name="Google Shape;19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35330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Kompilasi File Go-Lang</a:t>
            </a:r>
            <a:endParaRPr/>
          </a:p>
        </p:txBody>
      </p:sp>
      <p:pic>
        <p:nvPicPr>
          <p:cNvPr id="198" name="Google Shape;19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79145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Menjalankan Tanpa Kompilasi</a:t>
            </a:r>
            <a:endParaRPr/>
          </a:p>
        </p:txBody>
      </p:sp>
      <p:pic>
        <p:nvPicPr>
          <p:cNvPr id="204" name="Google Shape;20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6838950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Multiple Main Function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Multiple Main Function</a:t>
            </a:r>
            <a:endParaRPr/>
          </a:p>
        </p:txBody>
      </p:sp>
      <p:sp>
        <p:nvSpPr>
          <p:cNvPr id="215" name="Google Shape;215;p3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Golang, function dalam module / project adalah unik, artinya kita tidak boleh membuat nama function yang sama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Oleh karena itu, jika kita membuat file baru, misal sample.go, lalu membuat nama function yang sama yaitu main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Maka kita tidak bisa melakukan build module, karena main function tersebut duplikat dengan yang ada di main function helloworld.go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Sample</a:t>
            </a:r>
            <a:endParaRPr/>
          </a:p>
        </p:txBody>
      </p:sp>
      <p:pic>
        <p:nvPicPr>
          <p:cNvPr id="221" name="Google Shape;22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210425" cy="2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Compile Error</a:t>
            </a:r>
            <a:endParaRPr/>
          </a:p>
        </p:txBody>
      </p:sp>
      <p:pic>
        <p:nvPicPr>
          <p:cNvPr id="227" name="Google Shape;22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60095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Solusinya?</a:t>
            </a:r>
            <a:endParaRPr/>
          </a:p>
        </p:txBody>
      </p:sp>
      <p:sp>
        <p:nvSpPr>
          <p:cNvPr id="233" name="Google Shape;233;p3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Karena sekarang kita masih dalam fase belajar, oleh karena itu kita tidak akan melakukan build project module terlebih dahulu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Sekarang kita akan fokus menjalankan file Golang satu persatu, sehingga tidak akan terjadi error jika dijalankan file nya satu persatu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Tapi INGAT, pada kenyataannya nanti, saat kita membuat project, kita hanya akan membuat satu main function saja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Menjalankan Golang</a:t>
            </a:r>
            <a:endParaRPr/>
          </a:p>
        </p:txBody>
      </p:sp>
      <p:pic>
        <p:nvPicPr>
          <p:cNvPr id="239" name="Google Shape;23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200900" cy="14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Number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Number</a:t>
            </a:r>
            <a:endParaRPr/>
          </a:p>
        </p:txBody>
      </p:sp>
      <p:sp>
        <p:nvSpPr>
          <p:cNvPr id="250" name="Google Shape;250;p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Ada dua jenis tipe data Number, yaitu 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d"/>
              <a:t>Integer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d"/>
              <a:t>Floating Point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Integer (1)</a:t>
            </a:r>
            <a:endParaRPr/>
          </a:p>
        </p:txBody>
      </p:sp>
      <p:graphicFrame>
        <p:nvGraphicFramePr>
          <p:cNvPr id="256" name="Google Shape;256;p42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{C2395F01-DC2A-48CA-9D72-D3D030B7D847}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Tipe Data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Minimum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Maksimum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int8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-128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127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int16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-32768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32767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int32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-2147483648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2147483647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int64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-9223372036854775808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9223372036854775807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Integer (2)</a:t>
            </a:r>
            <a:endParaRPr/>
          </a:p>
        </p:txBody>
      </p:sp>
      <p:graphicFrame>
        <p:nvGraphicFramePr>
          <p:cNvPr id="262" name="Google Shape;262;p43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{C2395F01-DC2A-48CA-9D72-D3D030B7D847}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Tipe Data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Minimum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Maksimum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uint8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255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uint16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65535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uint32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4294967295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uint64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18446744073709551615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Floating Point</a:t>
            </a:r>
            <a:endParaRPr/>
          </a:p>
        </p:txBody>
      </p:sp>
      <p:graphicFrame>
        <p:nvGraphicFramePr>
          <p:cNvPr id="268" name="Google Shape;268;p44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{C2395F01-DC2A-48CA-9D72-D3D030B7D847}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Tipe Data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Minimum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Maksimum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float32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222222"/>
                          </a:solidFill>
                          <a:highlight>
                            <a:srgbClr val="F8F9FA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1.18×10</a:t>
                      </a:r>
                      <a:r>
                        <a:rPr baseline="30000" lang="id">
                          <a:solidFill>
                            <a:srgbClr val="222222"/>
                          </a:solidFill>
                          <a:highlight>
                            <a:srgbClr val="F8F9FA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−38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222222"/>
                          </a:solidFill>
                          <a:highlight>
                            <a:srgbClr val="F8F9FA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3.4×10</a:t>
                      </a:r>
                      <a:r>
                        <a:rPr baseline="30000" lang="id">
                          <a:solidFill>
                            <a:srgbClr val="222222"/>
                          </a:solidFill>
                          <a:highlight>
                            <a:srgbClr val="F8F9FA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38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float64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222222"/>
                          </a:solidFill>
                          <a:highlight>
                            <a:srgbClr val="F8F9FA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2.23×10</a:t>
                      </a:r>
                      <a:r>
                        <a:rPr baseline="30000" lang="id">
                          <a:solidFill>
                            <a:srgbClr val="222222"/>
                          </a:solidFill>
                          <a:highlight>
                            <a:srgbClr val="F8F9FA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−308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222222"/>
                          </a:solidFill>
                          <a:highlight>
                            <a:srgbClr val="F8F9FA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1.80×10</a:t>
                      </a:r>
                      <a:r>
                        <a:rPr baseline="30000" lang="id">
                          <a:solidFill>
                            <a:srgbClr val="222222"/>
                          </a:solidFill>
                          <a:highlight>
                            <a:srgbClr val="F8F9FA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308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complex64</a:t>
                      </a:r>
                      <a:endParaRPr/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complex numbers with float32 real and imaginary parts.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complex128</a:t>
                      </a:r>
                      <a:endParaRPr/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complex numbers with float64 real and imaginary parts.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Alias</a:t>
            </a:r>
            <a:endParaRPr/>
          </a:p>
        </p:txBody>
      </p:sp>
      <p:graphicFrame>
        <p:nvGraphicFramePr>
          <p:cNvPr id="274" name="Google Shape;274;p45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{C2395F01-DC2A-48CA-9D72-D3D030B7D847}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Tipe Data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Alias untuk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byte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uint8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rune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int32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Minimal int32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Minimal uint32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Number</a:t>
            </a:r>
            <a:endParaRPr/>
          </a:p>
        </p:txBody>
      </p:sp>
      <p:pic>
        <p:nvPicPr>
          <p:cNvPr id="280" name="Google Shape;28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Boolean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Boolean</a:t>
            </a:r>
            <a:endParaRPr/>
          </a:p>
        </p:txBody>
      </p:sp>
      <p:sp>
        <p:nvSpPr>
          <p:cNvPr id="291" name="Google Shape;291;p4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Tipe data boolean adalah tipe data yang memiliki nilai dua nilai, yaitu benar atau salah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Go-Lang, tipe data boolean direpresentasikan menggunakan kata kunci bool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Boolean</a:t>
            </a:r>
            <a:endParaRPr/>
          </a:p>
        </p:txBody>
      </p:sp>
      <p:graphicFrame>
        <p:nvGraphicFramePr>
          <p:cNvPr id="297" name="Google Shape;297;p49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{C2395F01-DC2A-48CA-9D72-D3D030B7D847}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Boolean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Benar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Salah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Boolean</a:t>
            </a:r>
            <a:endParaRPr/>
          </a:p>
        </p:txBody>
      </p:sp>
      <p:pic>
        <p:nvPicPr>
          <p:cNvPr id="303" name="Google Shape;30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String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String</a:t>
            </a:r>
            <a:endParaRPr/>
          </a:p>
        </p:txBody>
      </p:sp>
      <p:sp>
        <p:nvSpPr>
          <p:cNvPr id="314" name="Google Shape;314;p5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String ada tipe data kumpulan karakter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Jumlah karakter di dalam String bisa nol sampai tidak terhingga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Tipe data String di Go-Lang direpresentasikan dengan kata kunci string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Nilai data String di Go-Lang selalu diawali dengan karakter “ (petik dua) dan diakhiri dengan karakter “ (petik dua)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String</a:t>
            </a:r>
            <a:endParaRPr/>
          </a:p>
        </p:txBody>
      </p:sp>
      <p:pic>
        <p:nvPicPr>
          <p:cNvPr id="320" name="Google Shape;32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untuk String</a:t>
            </a:r>
            <a:endParaRPr/>
          </a:p>
        </p:txBody>
      </p:sp>
      <p:graphicFrame>
        <p:nvGraphicFramePr>
          <p:cNvPr id="326" name="Google Shape;326;p54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{C2395F01-DC2A-48CA-9D72-D3D030B7D847}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Function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len(“string”)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Menghitung jumlah karakter di String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“string”[number]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Mengambil karakter pada posisi yang ditentukan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String</a:t>
            </a:r>
            <a:endParaRPr/>
          </a:p>
        </p:txBody>
      </p:sp>
      <p:pic>
        <p:nvPicPr>
          <p:cNvPr id="332" name="Google Shape;33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Variable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Variable</a:t>
            </a:r>
            <a:endParaRPr/>
          </a:p>
        </p:txBody>
      </p:sp>
      <p:sp>
        <p:nvSpPr>
          <p:cNvPr id="343" name="Google Shape;343;p5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Variable adalah tempat untuk menyimpan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Variable digunakan agar kita bisa mengakses data yang sama dimanapun kita mau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Go-Lang Variable hanya bisa menyimpan tipe data yang sama, jika kita ingin menyimpan data yang berbeda-beda jenis, kita harus membuat beberapa variable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variable, kita bisa menggunakan kata kunci var, lalu diikuti dengan nama variable dan tipe datanya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Variable</a:t>
            </a:r>
            <a:endParaRPr/>
          </a:p>
        </p:txBody>
      </p:sp>
      <p:pic>
        <p:nvPicPr>
          <p:cNvPr id="349" name="Google Shape;34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Variable</a:t>
            </a:r>
            <a:endParaRPr/>
          </a:p>
        </p:txBody>
      </p:sp>
      <p:sp>
        <p:nvSpPr>
          <p:cNvPr id="355" name="Google Shape;355;p5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membuat variable, maka kita wajib menyebutkan tipe data variable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jika kita langsung menginisialisasikan data pada variable nya, maka kita tidak wajib menyebutkan tipe data variable nya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Variable</a:t>
            </a:r>
            <a:endParaRPr/>
          </a:p>
        </p:txBody>
      </p:sp>
      <p:pic>
        <p:nvPicPr>
          <p:cNvPr id="361" name="Google Shape;36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Kata Kunci Var</a:t>
            </a:r>
            <a:endParaRPr/>
          </a:p>
        </p:txBody>
      </p:sp>
      <p:sp>
        <p:nvSpPr>
          <p:cNvPr id="367" name="Google Shape;367;p6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Go-Lang, kata kunci var saat membuat variable tidak lah wajib.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Asalkan saat membuat variable kita langsung menginisialisasi datanya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Agar tidak perlu menggunakan kata kunci var, kita perlu menggunakan kata kunci := saat menginisialisasikan data pada variable tersebut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Variable</a:t>
            </a:r>
            <a:endParaRPr/>
          </a:p>
        </p:txBody>
      </p:sp>
      <p:pic>
        <p:nvPicPr>
          <p:cNvPr id="373" name="Google Shape;37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Deklarasi Multiple Variable</a:t>
            </a:r>
            <a:endParaRPr/>
          </a:p>
        </p:txBody>
      </p:sp>
      <p:sp>
        <p:nvSpPr>
          <p:cNvPr id="379" name="Google Shape;379;p6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Go-Lang kita bisa membuat variable secara sekaligus banyak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Code yang dibuat akan lebih bagus dan mudah dibaca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Variable</a:t>
            </a:r>
            <a:endParaRPr/>
          </a:p>
        </p:txBody>
      </p:sp>
      <p:pic>
        <p:nvPicPr>
          <p:cNvPr id="385" name="Google Shape;38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Constant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Constant</a:t>
            </a:r>
            <a:endParaRPr/>
          </a:p>
        </p:txBody>
      </p:sp>
      <p:sp>
        <p:nvSpPr>
          <p:cNvPr id="396" name="Google Shape;396;p6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Constant adalah variable yang nilainya tidak bisa diubah lagi setelah pertama kali diberi nilai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Cara pembuatan constant mirip dengan variable, yang membedakan hanya kata kunci yang digunakan adalah const, bukan var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pembuatan constant, kita wajib langsung menginisialisasikan datanya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Constant</a:t>
            </a:r>
            <a:endParaRPr/>
          </a:p>
        </p:txBody>
      </p:sp>
      <p:pic>
        <p:nvPicPr>
          <p:cNvPr id="402" name="Google Shape;40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Deklarasi Multiple Constant</a:t>
            </a:r>
            <a:endParaRPr/>
          </a:p>
        </p:txBody>
      </p:sp>
      <p:sp>
        <p:nvSpPr>
          <p:cNvPr id="408" name="Google Shape;408;p6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Sama seperti variable, d</a:t>
            </a:r>
            <a:r>
              <a:rPr lang="id"/>
              <a:t>i Go-Lang  juga kita bisa membuat constant secara sekaligus banyak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Constant</a:t>
            </a:r>
            <a:endParaRPr/>
          </a:p>
        </p:txBody>
      </p:sp>
      <p:pic>
        <p:nvPicPr>
          <p:cNvPr id="414" name="Google Shape;41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7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Konversi Tipe Data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Konversi Tipe Data</a:t>
            </a:r>
            <a:endParaRPr/>
          </a:p>
        </p:txBody>
      </p:sp>
      <p:sp>
        <p:nvSpPr>
          <p:cNvPr id="425" name="Google Shape;425;p7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Go-Lang kadang kita butuh melakukan konversi tipe data dari satu tipe ke tipe 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Misal kita ingin mengkonversi tipe data int32 ke int63, dan lain-lain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Konversi Tipe Data (1)</a:t>
            </a:r>
            <a:endParaRPr/>
          </a:p>
        </p:txBody>
      </p:sp>
      <p:pic>
        <p:nvPicPr>
          <p:cNvPr id="431" name="Google Shape;43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Konversi Tipe Data (2)</a:t>
            </a:r>
            <a:endParaRPr/>
          </a:p>
        </p:txBody>
      </p:sp>
      <p:pic>
        <p:nvPicPr>
          <p:cNvPr id="437" name="Google Shape;43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Type Declarations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Type Declarations</a:t>
            </a:r>
            <a:endParaRPr/>
          </a:p>
        </p:txBody>
      </p:sp>
      <p:sp>
        <p:nvSpPr>
          <p:cNvPr id="448" name="Google Shape;448;p7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 Declarations adalah kemampuan membuat ulang tipe data baru dari tipe data yang sudah ada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 Declarations biasanya digunakan untuk membuat alias terhadap tipe data yang sudah ada, dengan tujuan agar lebih mudah dimengerti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Type Declarations</a:t>
            </a:r>
            <a:endParaRPr/>
          </a:p>
        </p:txBody>
      </p:sp>
      <p:pic>
        <p:nvPicPr>
          <p:cNvPr id="454" name="Google Shape;45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Operasi Matematika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Operasi Matematika</a:t>
            </a:r>
            <a:endParaRPr/>
          </a:p>
        </p:txBody>
      </p:sp>
      <p:graphicFrame>
        <p:nvGraphicFramePr>
          <p:cNvPr id="465" name="Google Shape;465;p78"/>
          <p:cNvGraphicFramePr/>
          <p:nvPr/>
        </p:nvGraphicFramePr>
        <p:xfrm>
          <a:off x="952500" y="217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{C2395F01-DC2A-48CA-9D72-D3D030B7D847}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Operator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Penjumlahan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-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Pengurangan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*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Perkalian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/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Pembagian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Sisa Pembagian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Operasi Matematika</a:t>
            </a:r>
            <a:endParaRPr/>
          </a:p>
        </p:txBody>
      </p:sp>
      <p:pic>
        <p:nvPicPr>
          <p:cNvPr id="471" name="Google Shape;47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8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Augmented Assignments</a:t>
            </a:r>
            <a:endParaRPr/>
          </a:p>
        </p:txBody>
      </p:sp>
      <p:graphicFrame>
        <p:nvGraphicFramePr>
          <p:cNvPr id="477" name="Google Shape;477;p80"/>
          <p:cNvGraphicFramePr/>
          <p:nvPr/>
        </p:nvGraphicFramePr>
        <p:xfrm>
          <a:off x="952500" y="217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{C2395F01-DC2A-48CA-9D72-D3D030B7D847}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Operasi Matematika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Augmented Assignments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= a + 10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+= 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= a - 10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-= 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= a * 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*= 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= a / 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/= 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= a % 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%= 10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8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</a:t>
            </a:r>
            <a:r>
              <a:rPr lang="id"/>
              <a:t>Augmented Assignments</a:t>
            </a:r>
            <a:endParaRPr/>
          </a:p>
        </p:txBody>
      </p:sp>
      <p:pic>
        <p:nvPicPr>
          <p:cNvPr id="483" name="Google Shape;48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8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Unary Operator</a:t>
            </a:r>
            <a:endParaRPr/>
          </a:p>
        </p:txBody>
      </p:sp>
      <p:graphicFrame>
        <p:nvGraphicFramePr>
          <p:cNvPr id="489" name="Google Shape;489;p82"/>
          <p:cNvGraphicFramePr/>
          <p:nvPr/>
        </p:nvGraphicFramePr>
        <p:xfrm>
          <a:off x="952500" y="217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{C2395F01-DC2A-48CA-9D72-D3D030B7D847}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Operator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++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= a + 1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= a - 1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!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Boolean kebalikan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8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Unary Operator</a:t>
            </a:r>
            <a:endParaRPr/>
          </a:p>
        </p:txBody>
      </p:sp>
      <p:pic>
        <p:nvPicPr>
          <p:cNvPr id="495" name="Google Shape;49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8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Operasi Perbandingan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8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Operasi Perbandingan</a:t>
            </a:r>
            <a:endParaRPr/>
          </a:p>
        </p:txBody>
      </p:sp>
      <p:sp>
        <p:nvSpPr>
          <p:cNvPr id="506" name="Google Shape;506;p8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Operasi perbandingan adalah operasi untuk membandingkan dua buah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Operasi perbandingan adalah operasi yang menghasilkan nilai boolean (benar atau salah)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hasil operasinya adalah benar, maka nilainya adalah true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hasil operasinya adalah salah, maka nilainya adalah false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8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Operator Perbandingan</a:t>
            </a:r>
            <a:endParaRPr/>
          </a:p>
        </p:txBody>
      </p:sp>
      <p:graphicFrame>
        <p:nvGraphicFramePr>
          <p:cNvPr id="512" name="Google Shape;512;p86"/>
          <p:cNvGraphicFramePr/>
          <p:nvPr/>
        </p:nvGraphicFramePr>
        <p:xfrm>
          <a:off x="952500" y="208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{C2395F01-DC2A-48CA-9D72-D3D030B7D847}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Operator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&gt;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Lebih Dari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&lt;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Kurang Dari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&gt;=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Lebih Dari Sama Dengan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&lt;=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Kurang Dari Sama Dengan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==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Sama Dengan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!=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Tidak Sama Dengan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8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Operasi Perbandingan</a:t>
            </a:r>
            <a:endParaRPr/>
          </a:p>
        </p:txBody>
      </p:sp>
      <p:pic>
        <p:nvPicPr>
          <p:cNvPr id="518" name="Google Shape;518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8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Operasi Boolean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Operasi Boolean</a:t>
            </a:r>
            <a:endParaRPr/>
          </a:p>
        </p:txBody>
      </p:sp>
      <p:graphicFrame>
        <p:nvGraphicFramePr>
          <p:cNvPr id="529" name="Google Shape;529;p89"/>
          <p:cNvGraphicFramePr/>
          <p:nvPr/>
        </p:nvGraphicFramePr>
        <p:xfrm>
          <a:off x="952500" y="208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{C2395F01-DC2A-48CA-9D72-D3D030B7D847}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Operator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&amp;&amp;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Dan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||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Atau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!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Kebalikan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9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Operasi &amp;&amp;</a:t>
            </a:r>
            <a:endParaRPr/>
          </a:p>
        </p:txBody>
      </p:sp>
      <p:graphicFrame>
        <p:nvGraphicFramePr>
          <p:cNvPr id="535" name="Google Shape;535;p90"/>
          <p:cNvGraphicFramePr/>
          <p:nvPr/>
        </p:nvGraphicFramePr>
        <p:xfrm>
          <a:off x="952500" y="208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{C2395F01-DC2A-48CA-9D72-D3D030B7D847}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Operator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Hasil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&amp;&amp;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&amp;&amp;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&amp;&amp;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&amp;&amp;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9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Operasi ||</a:t>
            </a:r>
            <a:endParaRPr/>
          </a:p>
        </p:txBody>
      </p:sp>
      <p:graphicFrame>
        <p:nvGraphicFramePr>
          <p:cNvPr id="541" name="Google Shape;541;p91"/>
          <p:cNvGraphicFramePr/>
          <p:nvPr/>
        </p:nvGraphicFramePr>
        <p:xfrm>
          <a:off x="952500" y="208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{C2395F01-DC2A-48CA-9D72-D3D030B7D847}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Operator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Hasil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||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||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||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||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9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Operasi !</a:t>
            </a:r>
            <a:endParaRPr/>
          </a:p>
        </p:txBody>
      </p:sp>
      <p:graphicFrame>
        <p:nvGraphicFramePr>
          <p:cNvPr id="547" name="Google Shape;547;p92"/>
          <p:cNvGraphicFramePr/>
          <p:nvPr/>
        </p:nvGraphicFramePr>
        <p:xfrm>
          <a:off x="952500" y="208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{C2395F01-DC2A-48CA-9D72-D3D030B7D847}</a:tableStyleId>
              </a:tblPr>
              <a:tblGrid>
                <a:gridCol w="2370325"/>
                <a:gridCol w="2370325"/>
                <a:gridCol w="2370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Operator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Hasil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!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!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9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Operasi Boolean</a:t>
            </a:r>
            <a:endParaRPr/>
          </a:p>
        </p:txBody>
      </p:sp>
      <p:pic>
        <p:nvPicPr>
          <p:cNvPr id="553" name="Google Shape;55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9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Array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Array</a:t>
            </a:r>
            <a:endParaRPr/>
          </a:p>
        </p:txBody>
      </p:sp>
      <p:sp>
        <p:nvSpPr>
          <p:cNvPr id="564" name="Google Shape;564;p9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Array adalah tipe data yang berisikan kumpulan data dengan tipe yang sama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membuat array, kita perlu menentukan jumlah data yang bisa ditampung oleh Array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Daya tampung Array tidak bisa bertambah setelah Array dibuat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9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Index di Array</a:t>
            </a:r>
            <a:endParaRPr/>
          </a:p>
        </p:txBody>
      </p:sp>
      <p:graphicFrame>
        <p:nvGraphicFramePr>
          <p:cNvPr id="570" name="Google Shape;570;p96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{C2395F01-DC2A-48CA-9D72-D3D030B7D847}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Index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Data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Eko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Kurniawan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Khannedy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9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Array</a:t>
            </a:r>
            <a:endParaRPr/>
          </a:p>
        </p:txBody>
      </p:sp>
      <p:pic>
        <p:nvPicPr>
          <p:cNvPr id="576" name="Google Shape;57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9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Array Langsung</a:t>
            </a:r>
            <a:endParaRPr/>
          </a:p>
        </p:txBody>
      </p:sp>
      <p:sp>
        <p:nvSpPr>
          <p:cNvPr id="582" name="Google Shape;582;p9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Go-Lang kita juga bisa membuat Array secara langsung saat deklarasi variable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Array</a:t>
            </a:r>
            <a:endParaRPr/>
          </a:p>
        </p:txBody>
      </p:sp>
      <p:pic>
        <p:nvPicPr>
          <p:cNvPr id="588" name="Google Shape;588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0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</a:t>
            </a:r>
            <a:r>
              <a:rPr lang="id"/>
              <a:t> Array</a:t>
            </a:r>
            <a:endParaRPr/>
          </a:p>
        </p:txBody>
      </p:sp>
      <p:graphicFrame>
        <p:nvGraphicFramePr>
          <p:cNvPr id="594" name="Google Shape;594;p100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{C2395F01-DC2A-48CA-9D72-D3D030B7D847}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Operasi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len(array)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Untuk mendapatkan panjang Array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array</a:t>
                      </a:r>
                      <a:r>
                        <a:rPr lang="id"/>
                        <a:t>[index]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Mendapat data di posisi index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array</a:t>
                      </a:r>
                      <a:r>
                        <a:rPr lang="id"/>
                        <a:t>[index] = value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Mengubah data di posisi index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0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Array</a:t>
            </a:r>
            <a:endParaRPr/>
          </a:p>
        </p:txBody>
      </p:sp>
      <p:pic>
        <p:nvPicPr>
          <p:cNvPr id="600" name="Google Shape;600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0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Slice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0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Slice</a:t>
            </a:r>
            <a:endParaRPr/>
          </a:p>
        </p:txBody>
      </p:sp>
      <p:sp>
        <p:nvSpPr>
          <p:cNvPr id="611" name="Google Shape;611;p10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Tipe data Slice adalah potongan dari data Array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Slice mirip dengan Array, yang membedakan adalah ukuran Slice bisa berubah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Slide dan Array selalu terkoneksi, dimana Slice adalah data yang mengakses sebagian atau seluruh data di Array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0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Detail Tipe Data Slice</a:t>
            </a:r>
            <a:endParaRPr/>
          </a:p>
        </p:txBody>
      </p:sp>
      <p:sp>
        <p:nvSpPr>
          <p:cNvPr id="617" name="Google Shape;617;p10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Tipe Data Slice memiliki 3 data, yaitu pointer, length dan capacity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Pointer adalah penunjuk data pertama di array para slice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Length adalah panjang dari slice, dan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Capacity adalah kapasitas dari slice, dimana length tidak boleh lebih dari capacity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0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Slice Dari Array</a:t>
            </a:r>
            <a:endParaRPr/>
          </a:p>
        </p:txBody>
      </p:sp>
      <p:graphicFrame>
        <p:nvGraphicFramePr>
          <p:cNvPr id="623" name="Google Shape;623;p105"/>
          <p:cNvGraphicFramePr/>
          <p:nvPr/>
        </p:nvGraphicFramePr>
        <p:xfrm>
          <a:off x="952500" y="195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{C2395F01-DC2A-48CA-9D72-D3D030B7D847}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Slice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array[low:high]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slice dari array dimulai index low sampai index sebelum high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array[low:]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slide dari array dimulai index low sampai index akhir di array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array[:high]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slice dari array dimulai index 0 sampai index sebelum high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array[:]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slice dari array dimulai index 0 sampai index akhir di array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0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Slice dan Array</a:t>
            </a:r>
            <a:endParaRPr/>
          </a:p>
        </p:txBody>
      </p:sp>
      <p:pic>
        <p:nvPicPr>
          <p:cNvPr id="629" name="Google Shape;629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4238" y="2006250"/>
            <a:ext cx="505552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0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Slice</a:t>
            </a:r>
            <a:endParaRPr/>
          </a:p>
        </p:txBody>
      </p:sp>
      <p:pic>
        <p:nvPicPr>
          <p:cNvPr id="635" name="Google Shape;635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0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Slice</a:t>
            </a:r>
            <a:endParaRPr/>
          </a:p>
        </p:txBody>
      </p:sp>
      <p:graphicFrame>
        <p:nvGraphicFramePr>
          <p:cNvPr id="641" name="Google Shape;641;p108"/>
          <p:cNvGraphicFramePr/>
          <p:nvPr/>
        </p:nvGraphicFramePr>
        <p:xfrm>
          <a:off x="952500" y="191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{C2395F01-DC2A-48CA-9D72-D3D030B7D847}</a:tableStyleId>
              </a:tblPr>
              <a:tblGrid>
                <a:gridCol w="2973600"/>
                <a:gridCol w="4265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Operasi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len(slice)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Untuk mendapatkan panjang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cap(slice)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Untuk mendapat kapasitas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append(slice, data)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slice baru dengan menambah data ke posisi terakhir slice, jika kapasitas sudah penuh, maka akan membuat array baru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make([]TypeData, length, capacity)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slice baru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copy(destination, source)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Menyalin slice dari source ke destination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0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Append Slice</a:t>
            </a:r>
            <a:endParaRPr/>
          </a:p>
        </p:txBody>
      </p:sp>
      <p:pic>
        <p:nvPicPr>
          <p:cNvPr id="647" name="Google Shape;647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Make Slice</a:t>
            </a:r>
            <a:endParaRPr/>
          </a:p>
        </p:txBody>
      </p:sp>
      <p:pic>
        <p:nvPicPr>
          <p:cNvPr id="653" name="Google Shape;653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Copy Slice</a:t>
            </a:r>
            <a:endParaRPr/>
          </a:p>
        </p:txBody>
      </p:sp>
      <p:pic>
        <p:nvPicPr>
          <p:cNvPr id="659" name="Google Shape;659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Hati-Hati Saat Membuat Array</a:t>
            </a:r>
            <a:endParaRPr/>
          </a:p>
        </p:txBody>
      </p:sp>
      <p:sp>
        <p:nvSpPr>
          <p:cNvPr id="665" name="Google Shape;665;p11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membuat Array, kita harus berhati-hati, jika salah, maka yang kita buat bukanlah Array, melainkan Slice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Array vs Slice</a:t>
            </a:r>
            <a:endParaRPr/>
          </a:p>
        </p:txBody>
      </p:sp>
      <p:pic>
        <p:nvPicPr>
          <p:cNvPr id="671" name="Google Shape;671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1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Map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Map</a:t>
            </a:r>
            <a:endParaRPr/>
          </a:p>
        </p:txBody>
      </p:sp>
      <p:sp>
        <p:nvSpPr>
          <p:cNvPr id="682" name="Google Shape;682;p1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Array atau Slice, untuk mengakses data, kita menggunakan index Number dimulai dari 0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Map adalah tipe data lain yang berisikan kumpulan data yang sama, namun kita bisa menentukan jenis tipe data index yang akan kita gunakan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Sederhananya, Map adalah tipe data kumpulan key-value (kata kunci - nilai), dimana kata kuncinya bersifat unik, tidak boleh sama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Berbeda dengan Array dan Slice, jumlah data yang kita masukkan ke dalam Map boleh sebanyak-banyaknya, asalkan kata kunci nya berbeda, jika kita gunakan kata kunci sama, maka secara otomatis data sebelumnya akan diganti dengan data baru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Map</a:t>
            </a:r>
            <a:endParaRPr/>
          </a:p>
        </p:txBody>
      </p:sp>
      <p:pic>
        <p:nvPicPr>
          <p:cNvPr id="688" name="Google Shape;688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Map</a:t>
            </a:r>
            <a:endParaRPr/>
          </a:p>
        </p:txBody>
      </p:sp>
      <p:graphicFrame>
        <p:nvGraphicFramePr>
          <p:cNvPr id="694" name="Google Shape;694;p117"/>
          <p:cNvGraphicFramePr/>
          <p:nvPr/>
        </p:nvGraphicFramePr>
        <p:xfrm>
          <a:off x="952500" y="191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{C2395F01-DC2A-48CA-9D72-D3D030B7D847}</a:tableStyleId>
              </a:tblPr>
              <a:tblGrid>
                <a:gridCol w="2973600"/>
                <a:gridCol w="4265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Operasi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len(map)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Untuk mendapatkan jumlah data di map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map[key]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Mengambil data di map dengan key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map[key] = value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Mengubah data di map dengan key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make(map[TypeKey]TypeValue)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map baru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delete(map, key)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Menghapus data di map dengan key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Map</a:t>
            </a:r>
            <a:endParaRPr/>
          </a:p>
        </p:txBody>
      </p:sp>
      <p:pic>
        <p:nvPicPr>
          <p:cNvPr id="700" name="Google Shape;700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1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If Expression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If Expression</a:t>
            </a:r>
            <a:endParaRPr/>
          </a:p>
        </p:txBody>
      </p:sp>
      <p:sp>
        <p:nvSpPr>
          <p:cNvPr id="711" name="Google Shape;711;p1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</a:t>
            </a:r>
            <a:r>
              <a:rPr lang="id"/>
              <a:t>f adalah salah satu kata kunci yang digunakan untuk percabangan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Percabangan artinya kita bisa mengeksekusi kode program tertentu ketika suatu kondisi terpenuhi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Hampir di semua bahasa pemrograman mendukung if expression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If</a:t>
            </a:r>
            <a:endParaRPr/>
          </a:p>
        </p:txBody>
      </p:sp>
      <p:pic>
        <p:nvPicPr>
          <p:cNvPr id="717" name="Google Shape;717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Else Expression</a:t>
            </a:r>
            <a:endParaRPr/>
          </a:p>
        </p:txBody>
      </p:sp>
      <p:sp>
        <p:nvSpPr>
          <p:cNvPr id="723" name="Google Shape;723;p1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Blok if akan dieksekusi ketika kondisi if bernilai true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 kita ingin melakukan eksekusi program tertentu jika kondisi if bernilai false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bisa dilakukan menggunakan else expression</a:t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1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Else</a:t>
            </a:r>
            <a:endParaRPr/>
          </a:p>
        </p:txBody>
      </p:sp>
      <p:pic>
        <p:nvPicPr>
          <p:cNvPr id="729" name="Google Shape;729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Else If Expression</a:t>
            </a:r>
            <a:endParaRPr/>
          </a:p>
        </p:txBody>
      </p:sp>
      <p:sp>
        <p:nvSpPr>
          <p:cNvPr id="735" name="Google Shape;735;p1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 dalam If, kita butuh membuat beberapa kondisi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Kasus seperti ini, kita bisa menggunakan Else If expression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If Else</a:t>
            </a:r>
            <a:endParaRPr/>
          </a:p>
        </p:txBody>
      </p:sp>
      <p:pic>
        <p:nvPicPr>
          <p:cNvPr id="741" name="Google Shape;741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1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If dengan Short Statement</a:t>
            </a:r>
            <a:endParaRPr/>
          </a:p>
        </p:txBody>
      </p:sp>
      <p:sp>
        <p:nvSpPr>
          <p:cNvPr id="747" name="Google Shape;747;p1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If mendukung short statement sebelum kondisi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sangat cocok untuk membuat statement yang sederhana sebelum melakukan pengecekan terhadap kondisi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If Short Statement</a:t>
            </a:r>
            <a:endParaRPr/>
          </a:p>
        </p:txBody>
      </p:sp>
      <p:pic>
        <p:nvPicPr>
          <p:cNvPr id="753" name="Google Shape;753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2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Switch</a:t>
            </a:r>
            <a:r>
              <a:rPr lang="id"/>
              <a:t> Expression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Switch</a:t>
            </a:r>
            <a:r>
              <a:rPr lang="id"/>
              <a:t> Expression</a:t>
            </a:r>
            <a:endParaRPr/>
          </a:p>
        </p:txBody>
      </p:sp>
      <p:sp>
        <p:nvSpPr>
          <p:cNvPr id="764" name="Google Shape;764;p1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if expression, untuk melakukan percabangan, kita juga bisa menggunakan Switch Expression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Switch expression sangat sederhana dibandingkan if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Biasanya switch  expression digunakan untuk melakukan pengecekan ke kondisi dalam satu variable</a:t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Switch</a:t>
            </a:r>
            <a:endParaRPr/>
          </a:p>
        </p:txBody>
      </p:sp>
      <p:pic>
        <p:nvPicPr>
          <p:cNvPr id="770" name="Google Shape;770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Switch dengan Short Statement</a:t>
            </a:r>
            <a:endParaRPr/>
          </a:p>
        </p:txBody>
      </p:sp>
      <p:sp>
        <p:nvSpPr>
          <p:cNvPr id="776" name="Google Shape;776;p1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Sama dengan If, Switch juga mendukung short statement sebelum variable yang akan di cek kondisinya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Switch dengan Short Statement</a:t>
            </a:r>
            <a:endParaRPr/>
          </a:p>
        </p:txBody>
      </p:sp>
      <p:pic>
        <p:nvPicPr>
          <p:cNvPr id="782" name="Google Shape;782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Switch Tanpa Kondisi</a:t>
            </a:r>
            <a:endParaRPr/>
          </a:p>
        </p:txBody>
      </p:sp>
      <p:sp>
        <p:nvSpPr>
          <p:cNvPr id="788" name="Google Shape;788;p13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Kondisi di switch expression tidak wajib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kita tidak menggunakan kondisi di switch expression, kita bisa menambahkan kondisi tersebut di setiap case nya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Switch Tanda Kondisi</a:t>
            </a:r>
            <a:endParaRPr/>
          </a:p>
        </p:txBody>
      </p:sp>
      <p:pic>
        <p:nvPicPr>
          <p:cNvPr id="794" name="Google Shape;794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3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For Loops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For </a:t>
            </a:r>
            <a:endParaRPr/>
          </a:p>
        </p:txBody>
      </p:sp>
      <p:sp>
        <p:nvSpPr>
          <p:cNvPr id="805" name="Google Shape;805;p13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Dalam bahasa pemrograman, biasanya ada fitur yang bernama perulangan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Salah satu fitur perulangan adalah for loops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For</a:t>
            </a:r>
            <a:endParaRPr/>
          </a:p>
        </p:txBody>
      </p:sp>
      <p:pic>
        <p:nvPicPr>
          <p:cNvPr id="811" name="Google Shape;811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For dengan Statement</a:t>
            </a:r>
            <a:endParaRPr/>
          </a:p>
        </p:txBody>
      </p:sp>
      <p:sp>
        <p:nvSpPr>
          <p:cNvPr id="817" name="Google Shape;817;p13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Dalam for, kita bisa menambahkan statement, dimana terdapat 2 statement yang bisa tambahkan di for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Init statement, yaitu statement sebelum for di eksekusi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Post statement, yaitu statement yang akan selalu dieksekusi </a:t>
            </a:r>
            <a:r>
              <a:rPr lang="id"/>
              <a:t>di akhir</a:t>
            </a:r>
            <a:r>
              <a:rPr lang="id"/>
              <a:t> tiap perulangan</a:t>
            </a:r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For dengan Statement</a:t>
            </a:r>
            <a:endParaRPr/>
          </a:p>
        </p:txBody>
      </p:sp>
      <p:pic>
        <p:nvPicPr>
          <p:cNvPr id="823" name="Google Shape;823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For Range</a:t>
            </a:r>
            <a:endParaRPr/>
          </a:p>
        </p:txBody>
      </p:sp>
      <p:sp>
        <p:nvSpPr>
          <p:cNvPr id="829" name="Google Shape;829;p14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For bisa digunakan untuk melakukan iterasi terhadap semua data collection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Data collection contohnya Array, Slice dan Map</a:t>
            </a:r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For Range</a:t>
            </a:r>
            <a:endParaRPr/>
          </a:p>
        </p:txBody>
      </p:sp>
      <p:pic>
        <p:nvPicPr>
          <p:cNvPr id="835" name="Google Shape;835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14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Break &amp; Continue</a:t>
            </a:r>
            <a:endParaRPr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4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Break &amp; continue adalah kata kunci yang bisa digunakan dalam perulangan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Break digunakan untuk menghentikan seluruh perulangan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Continue adalah digunakan untuk menghentikan perulangan yang berjalan, dan langsung melanjutkan ke perulangan selanjutnya</a:t>
            </a:r>
            <a:endParaRPr/>
          </a:p>
        </p:txBody>
      </p:sp>
      <p:sp>
        <p:nvSpPr>
          <p:cNvPr id="846" name="Google Shape;846;p1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Break &amp; Continue</a:t>
            </a:r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Break</a:t>
            </a:r>
            <a:endParaRPr/>
          </a:p>
        </p:txBody>
      </p:sp>
      <p:pic>
        <p:nvPicPr>
          <p:cNvPr id="852" name="Google Shape;852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1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Continue</a:t>
            </a:r>
            <a:endParaRPr/>
          </a:p>
        </p:txBody>
      </p:sp>
      <p:pic>
        <p:nvPicPr>
          <p:cNvPr id="858" name="Google Shape;858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4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</a:t>
            </a:r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</a:t>
            </a:r>
            <a:endParaRPr/>
          </a:p>
        </p:txBody>
      </p:sp>
      <p:sp>
        <p:nvSpPr>
          <p:cNvPr id="869" name="Google Shape;869;p14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Sebelumnya kita sudah mengenal sebuah function yang wajib dibuat agar program kita bisa berjalan, yaitu function main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Function adalah sebuah blok kode yang sengaja dibuat dalam program agar bisa digunakan berulang-ulang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Cara membuat function sangat sederhana, hanya dengan menggunakan kata kunci func lalu diikuti dengan nama function nya dan blok kode isi function 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Setelah membuat function, kita bisa mengeksekusi function tersebut dengan memanggilnya menggunakan kata kunci nama function nya diikuti tanda kurung buka, kurung tutup</a:t>
            </a:r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Function</a:t>
            </a:r>
            <a:endParaRPr/>
          </a:p>
        </p:txBody>
      </p:sp>
      <p:pic>
        <p:nvPicPr>
          <p:cNvPr id="875" name="Google Shape;875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14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Parameter</a:t>
            </a:r>
            <a:endParaRPr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Parameter</a:t>
            </a:r>
            <a:endParaRPr/>
          </a:p>
        </p:txBody>
      </p:sp>
      <p:sp>
        <p:nvSpPr>
          <p:cNvPr id="886" name="Google Shape;886;p15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membuat function, kadang-kadang kita membutuhkan data dari luar, atau kita sebut parameter.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menambahkan parameter di function, bisa lebih dari satu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Parameter tidaklah wajib, jadi kita bisa membuat function tanpa parameter seperti sebelumnya yang sudah kita buat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jika kita menambahkan parameter di function, maka ketika memanggil function tersebut, kita wajib memasukkan data ke parameternya</a:t>
            </a:r>
            <a:endParaRPr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Function Parameter</a:t>
            </a:r>
            <a:endParaRPr/>
          </a:p>
        </p:txBody>
      </p:sp>
      <p:pic>
        <p:nvPicPr>
          <p:cNvPr id="892" name="Google Shape;892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5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Return Value</a:t>
            </a:r>
            <a:endParaRPr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Return Value</a:t>
            </a:r>
            <a:endParaRPr/>
          </a:p>
        </p:txBody>
      </p:sp>
      <p:sp>
        <p:nvSpPr>
          <p:cNvPr id="903" name="Google Shape;903;p15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Function bisa mengembalikan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memberitahu bahwa function mengembalikan data, kita harus menuliskan tipe data kembalian dari function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function tersebut kita deklarasikan dengan tipe data pengembalian, maka wajib di dalam function nya kita harus mengembalikan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mengembalikan data dari function, kita bisa menggunakan kata kunci return, diikuti dengan datanya</a:t>
            </a:r>
            <a:endParaRPr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Function Return Value</a:t>
            </a:r>
            <a:endParaRPr/>
          </a:p>
        </p:txBody>
      </p:sp>
      <p:pic>
        <p:nvPicPr>
          <p:cNvPr id="909" name="Google Shape;909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15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Returning Multiple Values</a:t>
            </a:r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5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Returning Multiple Values</a:t>
            </a:r>
            <a:endParaRPr/>
          </a:p>
        </p:txBody>
      </p:sp>
      <p:sp>
        <p:nvSpPr>
          <p:cNvPr id="920" name="Google Shape;920;p15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Function tidak hanya dapat mengembalikan satu value, tapi juga bisa multiple value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memberitahu jika function mengembalikan multiple value, kita harus menulis semua tipe data return value nya di function</a:t>
            </a:r>
            <a:endParaRPr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Returning Multiple Values</a:t>
            </a:r>
            <a:endParaRPr/>
          </a:p>
        </p:txBody>
      </p:sp>
      <p:pic>
        <p:nvPicPr>
          <p:cNvPr id="926" name="Google Shape;926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Menghiraukan Return Value</a:t>
            </a:r>
            <a:endParaRPr/>
          </a:p>
        </p:txBody>
      </p:sp>
      <p:sp>
        <p:nvSpPr>
          <p:cNvPr id="932" name="Google Shape;932;p15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Multiple return value wajib ditangkap semua value 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kita ingin menghiraukan return value tersebut, kita bisa menggunakan tanda _ (garis bawah)</a:t>
            </a:r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Menghiraukan Return Value</a:t>
            </a:r>
            <a:endParaRPr/>
          </a:p>
        </p:txBody>
      </p:sp>
      <p:pic>
        <p:nvPicPr>
          <p:cNvPr id="938" name="Google Shape;938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6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Named Return Values</a:t>
            </a:r>
            <a:endParaRPr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6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Named Return Values</a:t>
            </a:r>
            <a:endParaRPr/>
          </a:p>
        </p:txBody>
      </p:sp>
      <p:sp>
        <p:nvSpPr>
          <p:cNvPr id="949" name="Google Shape;949;p16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Biasanya saat kita memberi tahu bahwa sebuah function mengembalikan value, maka kita hanya mendeklarasikan tipe data return value di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kita juga bisa membuat variable secara langsung di tipe data return function nya</a:t>
            </a:r>
            <a:endParaRPr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Named Return Values</a:t>
            </a:r>
            <a:endParaRPr/>
          </a:p>
        </p:txBody>
      </p:sp>
      <p:pic>
        <p:nvPicPr>
          <p:cNvPr id="955" name="Google Shape;955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16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Variadic Function</a:t>
            </a:r>
            <a:endParaRPr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1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Variadic Function</a:t>
            </a:r>
            <a:endParaRPr/>
          </a:p>
        </p:txBody>
      </p:sp>
      <p:sp>
        <p:nvSpPr>
          <p:cNvPr id="966" name="Google Shape;966;p16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Parameter yang berada di posisi terakhir, memiliki kemampuan dijadikan sebuah varargs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Varargs artinya datanya bisa menerima lebih dari satu input, atau anggap saja semacam Array.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Apa bedanya dengan parameter biasa dengan tipe data Array?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d"/>
              <a:t>Jika parameter tipe Array, kita wajib membuat array terlebih dahulu sebelum mengirimkan ke function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d"/>
              <a:t>JIka parameter menggunakan varargs, kita bisa langsung mengirim data nya, jika lebih dari satu, cukup gunakan tanda koma</a:t>
            </a:r>
            <a:endParaRPr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16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Variadic Function</a:t>
            </a:r>
            <a:endParaRPr/>
          </a:p>
        </p:txBody>
      </p:sp>
      <p:pic>
        <p:nvPicPr>
          <p:cNvPr id="972" name="Google Shape;972;p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1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Slice</a:t>
            </a:r>
            <a:r>
              <a:rPr lang="id"/>
              <a:t> Parameter</a:t>
            </a:r>
            <a:endParaRPr/>
          </a:p>
        </p:txBody>
      </p:sp>
      <p:sp>
        <p:nvSpPr>
          <p:cNvPr id="978" name="Google Shape;978;p16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 ada kasus dimana kita menggunakan Variadic Function, namun memiliki variable berupa slice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menjadikan slice sebagai vararg parameter</a:t>
            </a:r>
            <a:endParaRPr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6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Slice Parameter</a:t>
            </a:r>
            <a:endParaRPr/>
          </a:p>
        </p:txBody>
      </p:sp>
      <p:pic>
        <p:nvPicPr>
          <p:cNvPr id="984" name="Google Shape;984;p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16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Value</a:t>
            </a:r>
            <a:endParaRPr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16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Value</a:t>
            </a:r>
            <a:endParaRPr/>
          </a:p>
        </p:txBody>
      </p:sp>
      <p:sp>
        <p:nvSpPr>
          <p:cNvPr id="995" name="Google Shape;995;p16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Function adalah first class citizen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Function juga merupakan tipe data, dan bisa disimpan di dalam variable</a:t>
            </a:r>
            <a:endParaRPr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17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Function Value</a:t>
            </a:r>
            <a:endParaRPr/>
          </a:p>
        </p:txBody>
      </p:sp>
      <p:pic>
        <p:nvPicPr>
          <p:cNvPr id="1001" name="Google Shape;1001;p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17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as Parameter</a:t>
            </a:r>
            <a:endParaRPr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17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as Parameter</a:t>
            </a:r>
            <a:endParaRPr/>
          </a:p>
        </p:txBody>
      </p:sp>
      <p:sp>
        <p:nvSpPr>
          <p:cNvPr id="1012" name="Google Shape;1012;p17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Function tidak hanya bisa kita simpan di dalam variable sebagai value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juga bisa kita gunakan sebagai parameter untuk function lain</a:t>
            </a:r>
            <a:endParaRPr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7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Function as Parameter (1)</a:t>
            </a:r>
            <a:endParaRPr/>
          </a:p>
        </p:txBody>
      </p:sp>
      <p:pic>
        <p:nvPicPr>
          <p:cNvPr id="1018" name="Google Shape;1018;p1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7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Function as Parameter (2)</a:t>
            </a:r>
            <a:endParaRPr/>
          </a:p>
        </p:txBody>
      </p:sp>
      <p:pic>
        <p:nvPicPr>
          <p:cNvPr id="1024" name="Google Shape;1024;p1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7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Type Declarations</a:t>
            </a:r>
            <a:endParaRPr/>
          </a:p>
        </p:txBody>
      </p:sp>
      <p:sp>
        <p:nvSpPr>
          <p:cNvPr id="1030" name="Google Shape;1030;p17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 jika function terlalu panjang, agak ribet untuk menuliskannya di dalam parameter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 Declarations juga bisa digunakan untuk membuat alias function, sehingga akan mempermudah kita menggunakan function sebagai parameter</a:t>
            </a:r>
            <a:endParaRPr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17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Function Type Declarations</a:t>
            </a:r>
            <a:endParaRPr/>
          </a:p>
        </p:txBody>
      </p:sp>
      <p:pic>
        <p:nvPicPr>
          <p:cNvPr id="1036" name="Google Shape;1036;p1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7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Anonymous Function</a:t>
            </a:r>
            <a:endParaRPr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17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Anonymous Function</a:t>
            </a:r>
            <a:endParaRPr/>
          </a:p>
        </p:txBody>
      </p:sp>
      <p:sp>
        <p:nvSpPr>
          <p:cNvPr id="1047" name="Google Shape;1047;p17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Sebelumnya setiap membuat function, kita akan selalu memberikan sebuah nama pada function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kadang ada kalanya lebih mudah membuat function secara langsung di variable atau parameter tanpa harus membuat function terlebih dahulu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tersebut dinamakan anonymous function, atau function tanpa nama</a:t>
            </a:r>
            <a:endParaRPr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17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Anonymous Function (1)</a:t>
            </a:r>
            <a:endParaRPr/>
          </a:p>
        </p:txBody>
      </p:sp>
      <p:pic>
        <p:nvPicPr>
          <p:cNvPr id="1053" name="Google Shape;1053;p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18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Anonymous Function (2)</a:t>
            </a:r>
            <a:endParaRPr/>
          </a:p>
        </p:txBody>
      </p:sp>
      <p:pic>
        <p:nvPicPr>
          <p:cNvPr id="1059" name="Google Shape;1059;p1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18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Recursive Function</a:t>
            </a:r>
            <a:endParaRPr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8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Recursive Function</a:t>
            </a:r>
            <a:endParaRPr/>
          </a:p>
        </p:txBody>
      </p:sp>
      <p:sp>
        <p:nvSpPr>
          <p:cNvPr id="1070" name="Google Shape;1070;p18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Recursive function adalah function yang memanggil function dirinya sendiri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 dalam pekerjaan, kita sering menemui kasus dimana menggunakan recursive function lebih mudah dibandingkan tidak menggunakan recursive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Contoh kasus yang lebih mudah diselesaikan menggunakan recursive adalah Factorial</a:t>
            </a:r>
            <a:endParaRPr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8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Factorial For Loop</a:t>
            </a:r>
            <a:endParaRPr/>
          </a:p>
        </p:txBody>
      </p:sp>
      <p:pic>
        <p:nvPicPr>
          <p:cNvPr id="1076" name="Google Shape;1076;p1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8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Factorial Recursive</a:t>
            </a:r>
            <a:endParaRPr/>
          </a:p>
        </p:txBody>
      </p:sp>
      <p:pic>
        <p:nvPicPr>
          <p:cNvPr id="1082" name="Google Shape;1082;p1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8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Closure</a:t>
            </a:r>
            <a:endParaRPr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18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Closures</a:t>
            </a:r>
            <a:endParaRPr/>
          </a:p>
        </p:txBody>
      </p:sp>
      <p:sp>
        <p:nvSpPr>
          <p:cNvPr id="1093" name="Google Shape;1093;p18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Closure adalah kemampuan sebuah function berinteraksi dengan data-data disekitarnya dalam scope yang sama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Harap gunakan fitur closure ini dengan bijak saat kita membuat aplikasi</a:t>
            </a:r>
            <a:endParaRPr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18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Function</a:t>
            </a:r>
            <a:endParaRPr/>
          </a:p>
        </p:txBody>
      </p:sp>
      <p:pic>
        <p:nvPicPr>
          <p:cNvPr id="1099" name="Google Shape;1099;p1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18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Defer, Panic dan Recover</a:t>
            </a:r>
            <a:endParaRPr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18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Defer</a:t>
            </a:r>
            <a:endParaRPr/>
          </a:p>
        </p:txBody>
      </p:sp>
      <p:sp>
        <p:nvSpPr>
          <p:cNvPr id="1110" name="Google Shape;1110;p18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Defer function adalah function yang bisa kita jadwalkan untuk dieksekusi setelah sebuah function selesai di eksekusi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Defer function akan selalu dieksekusi walaupun terjadi error di function yang dieksekusi</a:t>
            </a:r>
            <a:endParaRPr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9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Defer</a:t>
            </a:r>
            <a:endParaRPr/>
          </a:p>
        </p:txBody>
      </p:sp>
      <p:pic>
        <p:nvPicPr>
          <p:cNvPr id="1116" name="Google Shape;1116;p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19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Panic</a:t>
            </a:r>
            <a:endParaRPr/>
          </a:p>
        </p:txBody>
      </p:sp>
      <p:sp>
        <p:nvSpPr>
          <p:cNvPr id="1122" name="Google Shape;1122;p19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Panic function adalah function yang bisa kita gunakan untuk menghentikan program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Panic function biasanya dipanggil ketika terjadi panic pada saat program kita berjalan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panic function dipanggil, program akan terhenti, namun defer function tetap akan dieksekusi</a:t>
            </a:r>
            <a:endParaRPr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9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Panic</a:t>
            </a:r>
            <a:endParaRPr/>
          </a:p>
        </p:txBody>
      </p:sp>
      <p:pic>
        <p:nvPicPr>
          <p:cNvPr id="1128" name="Google Shape;1128;p1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19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Recover</a:t>
            </a:r>
            <a:endParaRPr/>
          </a:p>
        </p:txBody>
      </p:sp>
      <p:sp>
        <p:nvSpPr>
          <p:cNvPr id="1134" name="Google Shape;1134;p19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Recover adalah function yang bisa kita gunakan untuk menangkap data panic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Dengan recover proses panic akan terhenti, sehingga program akan tetap berjalan</a:t>
            </a:r>
            <a:endParaRPr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19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Recover Salah</a:t>
            </a:r>
            <a:endParaRPr/>
          </a:p>
        </p:txBody>
      </p:sp>
      <p:pic>
        <p:nvPicPr>
          <p:cNvPr id="1140" name="Google Shape;1140;p1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19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Recover Benar</a:t>
            </a:r>
            <a:endParaRPr/>
          </a:p>
        </p:txBody>
      </p:sp>
      <p:pic>
        <p:nvPicPr>
          <p:cNvPr id="1146" name="Google Shape;1146;p1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19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Komentar</a:t>
            </a:r>
            <a:endParaRPr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19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Komentar</a:t>
            </a:r>
            <a:endParaRPr/>
          </a:p>
        </p:txBody>
      </p:sp>
      <p:sp>
        <p:nvSpPr>
          <p:cNvPr id="1157" name="Google Shape;1157;p19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Komentar terbaik pada kode adalah kode itu sendiri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membuat kode, kita perlu membuat kode semudah mungkin untuk dibaca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kadang juga kita butuh menambahkan komentar di kode kita</a:t>
            </a:r>
            <a:endParaRPr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19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Komentar</a:t>
            </a:r>
            <a:endParaRPr/>
          </a:p>
        </p:txBody>
      </p:sp>
      <p:pic>
        <p:nvPicPr>
          <p:cNvPr id="1163" name="Google Shape;1163;p1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19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Struct</a:t>
            </a:r>
            <a:endParaRPr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20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Struct</a:t>
            </a:r>
            <a:endParaRPr/>
          </a:p>
        </p:txBody>
      </p:sp>
      <p:sp>
        <p:nvSpPr>
          <p:cNvPr id="1174" name="Google Shape;1174;p20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Struct adalah sebuah template data yang digunakan untuk menggabungkan nol atau lebih tipe data lainnya dalam satu kesatuan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Struct biasanya representasi data dalam program aplikasi yang kita buat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Data di struct disimpan dalam field 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Sederhananya struct adalah kumpulan dari field</a:t>
            </a:r>
            <a:endParaRPr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20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Struct</a:t>
            </a:r>
            <a:endParaRPr/>
          </a:p>
        </p:txBody>
      </p:sp>
      <p:pic>
        <p:nvPicPr>
          <p:cNvPr id="1180" name="Google Shape;1180;p2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20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Data Struct</a:t>
            </a:r>
            <a:endParaRPr/>
          </a:p>
        </p:txBody>
      </p:sp>
      <p:sp>
        <p:nvSpPr>
          <p:cNvPr id="1186" name="Google Shape;1186;p20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Struct adalah template data atau prototype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Struct tidak bisa langsung digunakan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kita bisa membuat data/object dari struct yang telah kita buat</a:t>
            </a:r>
            <a:endParaRPr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20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Membuat Data Struct</a:t>
            </a:r>
            <a:endParaRPr/>
          </a:p>
        </p:txBody>
      </p:sp>
      <p:pic>
        <p:nvPicPr>
          <p:cNvPr id="1192" name="Google Shape;1192;p2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20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Struct Literals</a:t>
            </a:r>
            <a:endParaRPr/>
          </a:p>
        </p:txBody>
      </p:sp>
      <p:sp>
        <p:nvSpPr>
          <p:cNvPr id="1198" name="Google Shape;1198;p20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Sebelumnya kita telah membuat data dari struct, namun sebenarnya ada banyak cara yang bisa kita gunakan untuk membuat data dari struct</a:t>
            </a:r>
            <a:endParaRPr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20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Struct Literals</a:t>
            </a:r>
            <a:endParaRPr/>
          </a:p>
        </p:txBody>
      </p:sp>
      <p:pic>
        <p:nvPicPr>
          <p:cNvPr id="1204" name="Google Shape;1204;p2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20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Struct Method</a:t>
            </a:r>
            <a:endParaRPr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0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Struct Method</a:t>
            </a:r>
            <a:endParaRPr/>
          </a:p>
        </p:txBody>
      </p:sp>
      <p:sp>
        <p:nvSpPr>
          <p:cNvPr id="1215" name="Google Shape;1215;p20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Struct adalah tipe data seperti tipe data lainnya, dia bisa digunakan sebagai parameter untuk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jika kita ingin menambahkan method ke dalam structs, sehingga seakan-akan sebuah struct memiliki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Method adalah function</a:t>
            </a:r>
            <a:endParaRPr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20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Struct Method</a:t>
            </a:r>
            <a:endParaRPr/>
          </a:p>
        </p:txBody>
      </p:sp>
      <p:pic>
        <p:nvPicPr>
          <p:cNvPr id="1221" name="Google Shape;1221;p2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20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Interface</a:t>
            </a:r>
            <a:endParaRPr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2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Interface</a:t>
            </a:r>
            <a:endParaRPr/>
          </a:p>
        </p:txBody>
      </p:sp>
      <p:sp>
        <p:nvSpPr>
          <p:cNvPr id="1232" name="Google Shape;1232;p21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Interface adalah tipe data Abstract, dia tidak memiliki implementasi langsung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Sebuah interface berisikan definisi-definisi method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Biasanya interface digunakan sebagai kontrak </a:t>
            </a:r>
            <a:endParaRPr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2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Interface</a:t>
            </a:r>
            <a:endParaRPr/>
          </a:p>
        </p:txBody>
      </p:sp>
      <p:pic>
        <p:nvPicPr>
          <p:cNvPr id="1238" name="Google Shape;1238;p2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2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Implementasi Interface</a:t>
            </a:r>
            <a:endParaRPr/>
          </a:p>
        </p:txBody>
      </p:sp>
      <p:sp>
        <p:nvSpPr>
          <p:cNvPr id="1244" name="Google Shape;1244;p21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Setiap tipe data yang sesuai dengan kontrak interface, secara otomatis dianggap sebagai interface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Sehingga kita tidak perlu mengimplementasikan interface secara manual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agak berbeda dengan bahasa pemrograman lain yang ketika membuat interface, kita harus menyebutkan secara eksplisit akan menggunakan interface mana</a:t>
            </a:r>
            <a:endParaRPr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2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Implementasi Interface (1)</a:t>
            </a:r>
            <a:endParaRPr/>
          </a:p>
        </p:txBody>
      </p:sp>
      <p:pic>
        <p:nvPicPr>
          <p:cNvPr id="1250" name="Google Shape;1250;p2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2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Implementasi Interface (2)</a:t>
            </a:r>
            <a:endParaRPr/>
          </a:p>
        </p:txBody>
      </p:sp>
      <p:pic>
        <p:nvPicPr>
          <p:cNvPr id="1256" name="Google Shape;1256;p2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2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Interface Kosong</a:t>
            </a:r>
            <a:endParaRPr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2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Interface Kosong</a:t>
            </a:r>
            <a:endParaRPr/>
          </a:p>
        </p:txBody>
      </p:sp>
      <p:sp>
        <p:nvSpPr>
          <p:cNvPr id="1267" name="Google Shape;1267;p2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bukanlah bahasa pemrograman yang berorientasi objek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Biasanya dalam pemrograman berorientasi objek, ada satu data parent di puncak yang bisa dianggap sebagai semua implementasi data yang ada di bahasa pemrograman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Contoh di Java ada java.lang.Object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menangani kasus seperti ini, di Go-Lang kita bisa menggunakan interface kosong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Interface kosong adalah interface yang tidak memiliki deklarasi method satupun, hal ini membuat secara otomatis semua tipe data akan menjadi implementasi 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Interface kosong, juga memiliki type alias bernama any</a:t>
            </a:r>
            <a:endParaRPr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2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Penggunaan Interface Kosong di Go-Lang</a:t>
            </a:r>
            <a:endParaRPr/>
          </a:p>
        </p:txBody>
      </p:sp>
      <p:sp>
        <p:nvSpPr>
          <p:cNvPr id="1273" name="Google Shape;1273;p2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Ada banyak contoh penggunaan interface kosong di Go-Lang, seperti 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d"/>
              <a:t>fmt.</a:t>
            </a:r>
            <a:r>
              <a:rPr lang="id"/>
              <a:t>Println(a ...interface{})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d"/>
              <a:t>panic(v interface{})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d"/>
              <a:t>recover() interface{}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d"/>
              <a:t>dan lain-lain</a:t>
            </a:r>
            <a:endParaRPr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2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Interface Kosong</a:t>
            </a:r>
            <a:endParaRPr/>
          </a:p>
        </p:txBody>
      </p:sp>
      <p:pic>
        <p:nvPicPr>
          <p:cNvPr id="1279" name="Google Shape;1279;p2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21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Nil</a:t>
            </a:r>
            <a:endParaRPr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Nil</a:t>
            </a:r>
            <a:endParaRPr/>
          </a:p>
        </p:txBody>
      </p:sp>
      <p:sp>
        <p:nvSpPr>
          <p:cNvPr id="1290" name="Google Shape;1290;p2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Biasanya di dalam bahasa pemrograman lain, object yang belum diinisialisasi maka secara otomatis nilainya adalah null atau nil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Berbeda dengan Go-Lang, di Go-Lang saat kita buat variable dengan tipe data tertentu, maka secara otomatis akan dibuatkan default value 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di Go-Lang ada data nil, yaitu data kosong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Nil sendiri hanya bisa digunakan di beberapa tipe data, seperti interface, function, map, slice, pointer dan channel</a:t>
            </a:r>
            <a:endParaRPr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2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Nil (1)</a:t>
            </a:r>
            <a:endParaRPr/>
          </a:p>
        </p:txBody>
      </p:sp>
      <p:pic>
        <p:nvPicPr>
          <p:cNvPr id="1296" name="Google Shape;1296;p2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2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Nil (2)</a:t>
            </a:r>
            <a:endParaRPr/>
          </a:p>
        </p:txBody>
      </p:sp>
      <p:pic>
        <p:nvPicPr>
          <p:cNvPr id="1302" name="Google Shape;1302;p2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22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Type Assertions</a:t>
            </a:r>
            <a:endParaRPr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Type Assertions</a:t>
            </a:r>
            <a:endParaRPr/>
          </a:p>
        </p:txBody>
      </p:sp>
      <p:sp>
        <p:nvSpPr>
          <p:cNvPr id="1313" name="Google Shape;1313;p2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 Assertions merupakan kemampuan merubah tipe data menjadi tipe data yang diinginkan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Fitur ini sering sekali digunakan ketika kita bertemu dengan data interface kosong</a:t>
            </a:r>
            <a:endParaRPr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2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Type Assertions</a:t>
            </a:r>
            <a:endParaRPr/>
          </a:p>
        </p:txBody>
      </p:sp>
      <p:pic>
        <p:nvPicPr>
          <p:cNvPr id="1319" name="Google Shape;1319;p2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2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Type Assertions Menggunakan Switch</a:t>
            </a:r>
            <a:endParaRPr/>
          </a:p>
        </p:txBody>
      </p:sp>
      <p:sp>
        <p:nvSpPr>
          <p:cNvPr id="1325" name="Google Shape;1325;p2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salah menggunakan type assertions, maka bisa berakibat terjadi panic di aplikasi kita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panic dan tidak ter-recover, maka otomatis program kita akan mati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Agar lebih aman, sebaiknya kita menggunakan switch expression untuk melakukan type assertions</a:t>
            </a:r>
            <a:endParaRPr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2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Type Assertions Switch</a:t>
            </a:r>
            <a:endParaRPr/>
          </a:p>
        </p:txBody>
      </p:sp>
      <p:pic>
        <p:nvPicPr>
          <p:cNvPr id="1331" name="Google Shape;1331;p2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22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Pointer</a:t>
            </a:r>
            <a:endParaRPr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2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Pass by Value</a:t>
            </a:r>
            <a:endParaRPr/>
          </a:p>
        </p:txBody>
      </p:sp>
      <p:sp>
        <p:nvSpPr>
          <p:cNvPr id="1342" name="Google Shape;1342;p2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default di Go-Lang semua variable itu di passing by value, bukan by reference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Artinya, jika kita mengirim sebuah variable ke dalam function, method atau variable lain, sebenarnya yang dikirim adalah duplikasi value nya</a:t>
            </a:r>
            <a:endParaRPr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2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Pass by Value</a:t>
            </a:r>
            <a:endParaRPr/>
          </a:p>
        </p:txBody>
      </p:sp>
      <p:pic>
        <p:nvPicPr>
          <p:cNvPr id="1348" name="Google Shape;1348;p2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2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Penjelasan Detail Pass by Value</a:t>
            </a:r>
            <a:endParaRPr/>
          </a:p>
        </p:txBody>
      </p:sp>
      <p:pic>
        <p:nvPicPr>
          <p:cNvPr id="1354" name="Google Shape;1354;p2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1900" y="2006250"/>
            <a:ext cx="5100201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2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Pointer</a:t>
            </a:r>
            <a:endParaRPr/>
          </a:p>
        </p:txBody>
      </p:sp>
      <p:sp>
        <p:nvSpPr>
          <p:cNvPr id="1360" name="Google Shape;1360;p2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Pointer adalah kemampuan membuat reference ke lokasi data di memory yang sama, tanpa menduplikasi data yang sudah ada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Sederhananya, dengan kemampuan pointer, kita bisa membuat pass by reference</a:t>
            </a:r>
            <a:endParaRPr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2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Pass by Reference dengan Pointer</a:t>
            </a:r>
            <a:endParaRPr/>
          </a:p>
        </p:txBody>
      </p:sp>
      <p:pic>
        <p:nvPicPr>
          <p:cNvPr id="1366" name="Google Shape;1366;p2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3000" y="2006250"/>
            <a:ext cx="2997999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2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Operator &amp;</a:t>
            </a:r>
            <a:endParaRPr/>
          </a:p>
        </p:txBody>
      </p:sp>
      <p:sp>
        <p:nvSpPr>
          <p:cNvPr id="1372" name="Google Shape;1372;p2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sebuah variable dengan nilai pointer ke variable yang lain, kita bisa menggunakan operator &amp; diikuti dengan nama variable nya</a:t>
            </a:r>
            <a:endParaRPr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2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Operator &amp;</a:t>
            </a:r>
            <a:endParaRPr/>
          </a:p>
        </p:txBody>
      </p:sp>
      <p:pic>
        <p:nvPicPr>
          <p:cNvPr id="1378" name="Google Shape;1378;p2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3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</a:t>
            </a:r>
            <a:r>
              <a:rPr lang="id"/>
              <a:t>sterisk Operator</a:t>
            </a:r>
            <a:endParaRPr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2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Operator *</a:t>
            </a:r>
            <a:endParaRPr/>
          </a:p>
        </p:txBody>
      </p:sp>
      <p:sp>
        <p:nvSpPr>
          <p:cNvPr id="1389" name="Google Shape;1389;p2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mengubah variable pointer, maka yang berubah hanya variable tersebut.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Semua variable yang mengacu ke data yang sama tidak akan berubah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kita ingin mengubah seluruh variable yang mengacu ke data tersebut, kita bisa menggunakan operator *</a:t>
            </a:r>
            <a:endParaRPr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2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Variable Pointer Mengacu Ke Data yang Sama</a:t>
            </a:r>
            <a:endParaRPr/>
          </a:p>
        </p:txBody>
      </p:sp>
      <p:pic>
        <p:nvPicPr>
          <p:cNvPr id="1395" name="Google Shape;1395;p2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3000" y="2006250"/>
            <a:ext cx="2997999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2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Operator * (1)</a:t>
            </a:r>
            <a:endParaRPr/>
          </a:p>
        </p:txBody>
      </p:sp>
      <p:pic>
        <p:nvPicPr>
          <p:cNvPr id="1401" name="Google Shape;1401;p2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2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Tanpa Operator *</a:t>
            </a:r>
            <a:endParaRPr/>
          </a:p>
        </p:txBody>
      </p:sp>
      <p:pic>
        <p:nvPicPr>
          <p:cNvPr id="1407" name="Google Shape;1407;p2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750" y="2006250"/>
            <a:ext cx="462849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2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Operator * (2)</a:t>
            </a:r>
            <a:endParaRPr/>
          </a:p>
        </p:txBody>
      </p:sp>
      <p:pic>
        <p:nvPicPr>
          <p:cNvPr id="1413" name="Google Shape;1413;p2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2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Dengan Operator *</a:t>
            </a:r>
            <a:endParaRPr/>
          </a:p>
        </p:txBody>
      </p:sp>
      <p:pic>
        <p:nvPicPr>
          <p:cNvPr id="1419" name="Google Shape;1419;p2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250" y="2006250"/>
            <a:ext cx="4937495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24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Operator New</a:t>
            </a:r>
            <a:endParaRPr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2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Operator new</a:t>
            </a:r>
            <a:endParaRPr/>
          </a:p>
        </p:txBody>
      </p:sp>
      <p:sp>
        <p:nvSpPr>
          <p:cNvPr id="1430" name="Google Shape;1430;p24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Sebelumnya untuk membuat pointer dengan menggunakan operator &amp;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juga memiliki function new yang bisa digunakan untuk membuat pointer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function new hanya mengembalikan pointer ke data kosong, artinya tidak ada data awal</a:t>
            </a:r>
            <a:endParaRPr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2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Function new</a:t>
            </a:r>
            <a:endParaRPr/>
          </a:p>
        </p:txBody>
      </p:sp>
      <p:pic>
        <p:nvPicPr>
          <p:cNvPr id="1436" name="Google Shape;1436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24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Pointer di Function </a:t>
            </a:r>
            <a:endParaRPr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2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Pointer di Function</a:t>
            </a:r>
            <a:endParaRPr/>
          </a:p>
        </p:txBody>
      </p:sp>
      <p:sp>
        <p:nvSpPr>
          <p:cNvPr id="1447" name="Google Shape;1447;p24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membuat parameter di function, secara default adalah pass by value, artinya data akan di copy lalu dikirim ke function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Oleh karena itu, jika kita mengubah data di dalam function, data yang aslinya tidak akan pernah berubah.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membuat variable menjadi aman, karena tidak akan bisa diubah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kadang kita ingin membuat function yang bisa mengubah data asli parameter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melakukan ini, kita juga bisa menggunakan pointer di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menjadikan sebuah parameter sebagai pointer, kita bisa menggunakan operator * di parameternya</a:t>
            </a:r>
            <a:endParaRPr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2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Pointer di Function (1)</a:t>
            </a:r>
            <a:endParaRPr/>
          </a:p>
        </p:txBody>
      </p:sp>
      <p:pic>
        <p:nvPicPr>
          <p:cNvPr id="1453" name="Google Shape;1453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2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Pointer di Function (2)</a:t>
            </a:r>
            <a:endParaRPr/>
          </a:p>
        </p:txBody>
      </p:sp>
      <p:pic>
        <p:nvPicPr>
          <p:cNvPr id="1459" name="Google Shape;1459;p2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25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Pointer di Method </a:t>
            </a:r>
            <a:endParaRPr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2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Pointer di Method</a:t>
            </a:r>
            <a:endParaRPr/>
          </a:p>
        </p:txBody>
      </p:sp>
      <p:sp>
        <p:nvSpPr>
          <p:cNvPr id="1470" name="Google Shape;1470;p25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Walaupun method akan menempel di struct, tapi sebenarnya data struct yang diakses di dalam method adalah pass by value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Sangat direkomendasikan menggunakan pointer di method, sehingga tidak boros memory karena harus selalu diduplikasi ketika memanggil method</a:t>
            </a:r>
            <a:endParaRPr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2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Pointer di Method (1)</a:t>
            </a:r>
            <a:endParaRPr/>
          </a:p>
        </p:txBody>
      </p:sp>
      <p:pic>
        <p:nvPicPr>
          <p:cNvPr id="1476" name="Google Shape;1476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2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Pointer di Method (2)</a:t>
            </a:r>
            <a:endParaRPr/>
          </a:p>
        </p:txBody>
      </p:sp>
      <p:pic>
        <p:nvPicPr>
          <p:cNvPr id="1482" name="Google Shape;1482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25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&amp; Import</a:t>
            </a:r>
            <a:endParaRPr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2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</a:t>
            </a:r>
            <a:endParaRPr/>
          </a:p>
        </p:txBody>
      </p:sp>
      <p:sp>
        <p:nvSpPr>
          <p:cNvPr id="1493" name="Google Shape;1493;p25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adalah tempat yang bisa digunakan untuk mengorganisir kode program yang kita buat di Go-Lang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Dengan menggunakan package, kita bisa merapikan kode program yang kita buat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sendiri sebenarnya hanya direktori folder di sistem operasi kita</a:t>
            </a:r>
            <a:endParaRPr/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25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</a:t>
            </a:r>
            <a:endParaRPr/>
          </a:p>
        </p:txBody>
      </p:sp>
      <p:pic>
        <p:nvPicPr>
          <p:cNvPr id="1499" name="Google Shape;1499;p2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2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Import</a:t>
            </a:r>
            <a:endParaRPr/>
          </a:p>
        </p:txBody>
      </p:sp>
      <p:sp>
        <p:nvSpPr>
          <p:cNvPr id="1505" name="Google Shape;1505;p25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standar, file Go-Lang hanya bisa mengakses file Go-Lang lainnya yang berada dalam package yang sama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kita ingin mengakses file Go-Lang yang berada diluar package, maka kita bisa menggunakan Import</a:t>
            </a:r>
            <a:endParaRPr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25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Import</a:t>
            </a:r>
            <a:endParaRPr/>
          </a:p>
        </p:txBody>
      </p:sp>
      <p:pic>
        <p:nvPicPr>
          <p:cNvPr id="1511" name="Google Shape;1511;p2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25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Access Modifier</a:t>
            </a:r>
            <a:endParaRPr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26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Access Modifier</a:t>
            </a:r>
            <a:endParaRPr/>
          </a:p>
        </p:txBody>
      </p:sp>
      <p:sp>
        <p:nvSpPr>
          <p:cNvPr id="1522" name="Google Shape;1522;p26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bahasa pemrograman lain, biasanya ada kata kunci yang bisa digunakan untuk menentukan access modifier terhadap suatu function atau variable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Go-Lang, untuk menentukan access modifier, cukup dengan nama function atau variable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nama nya diawali dengan hurup besar, maka artinya bisa diakses dari package lain, jika dimulai dengan hurup kecil, artinya tidak bisa diakses dari package lain</a:t>
            </a:r>
            <a:endParaRPr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26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Access Modifier</a:t>
            </a:r>
            <a:endParaRPr/>
          </a:p>
        </p:txBody>
      </p:sp>
      <p:pic>
        <p:nvPicPr>
          <p:cNvPr id="1528" name="Google Shape;1528;p2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26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Initialization</a:t>
            </a:r>
            <a:endParaRPr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26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Initialization</a:t>
            </a:r>
            <a:endParaRPr/>
          </a:p>
        </p:txBody>
      </p:sp>
      <p:sp>
        <p:nvSpPr>
          <p:cNvPr id="1539" name="Google Shape;1539;p26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membuat package, kita bisa membuat sebuah function yang akan diakses ketika package kita diakses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Ini sangat cocok ketika contohnya, jika package kita berisi function-function untuk berkomunikasi dengan database, kita membuat function inisialisasi untuk membuka koneksi ke database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function yang diakses secara otomatis ketika package diakses, kita cukup membuat function dengan nama init</a:t>
            </a:r>
            <a:endParaRPr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2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Initialization (1)</a:t>
            </a:r>
            <a:endParaRPr/>
          </a:p>
        </p:txBody>
      </p:sp>
      <p:pic>
        <p:nvPicPr>
          <p:cNvPr id="1545" name="Google Shape;1545;p2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26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Initialization (2)</a:t>
            </a:r>
            <a:endParaRPr/>
          </a:p>
        </p:txBody>
      </p:sp>
      <p:pic>
        <p:nvPicPr>
          <p:cNvPr id="1551" name="Google Shape;1551;p2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2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Blank Identifier</a:t>
            </a:r>
            <a:endParaRPr/>
          </a:p>
        </p:txBody>
      </p:sp>
      <p:sp>
        <p:nvSpPr>
          <p:cNvPr id="1557" name="Google Shape;1557;p26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 kita hanya ingin menjalankan init function di package tanpa harus mengeksekusi salah satu function yang ada di package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default, Go-Lang akan komplen ketika ada package yang di import namun tidak digunakan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menangani hal tersebut, kita bisa menggunakan blank identifier (_) sebelum nama package ketika melakukan import</a:t>
            </a:r>
            <a:endParaRPr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26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Error</a:t>
            </a:r>
            <a:endParaRPr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26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error Interface</a:t>
            </a:r>
            <a:endParaRPr/>
          </a:p>
        </p:txBody>
      </p:sp>
      <p:sp>
        <p:nvSpPr>
          <p:cNvPr id="1568" name="Google Shape;1568;p26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memiliki interface yang digunakan sebagai kontrak untuk membuat error, nama interface nya adalah error</a:t>
            </a:r>
            <a:endParaRPr/>
          </a:p>
        </p:txBody>
      </p:sp>
      <p:pic>
        <p:nvPicPr>
          <p:cNvPr id="1569" name="Google Shape;1569;p2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75" y="2796700"/>
            <a:ext cx="8827651" cy="17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26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Error</a:t>
            </a:r>
            <a:endParaRPr/>
          </a:p>
        </p:txBody>
      </p:sp>
      <p:sp>
        <p:nvSpPr>
          <p:cNvPr id="1575" name="Google Shape;1575;p26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error, kita tidak perlu manual.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sudah menyediakan library untuk membuat helper secara mudah, yang terdapat di package errors (Package akan kita bahas secara detail di materi tersendiri)</a:t>
            </a:r>
            <a:endParaRPr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27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error Interface (1)</a:t>
            </a:r>
            <a:endParaRPr/>
          </a:p>
        </p:txBody>
      </p:sp>
      <p:pic>
        <p:nvPicPr>
          <p:cNvPr id="1581" name="Google Shape;1581;p2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27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error Interface (2)</a:t>
            </a:r>
            <a:endParaRPr/>
          </a:p>
        </p:txBody>
      </p:sp>
      <p:pic>
        <p:nvPicPr>
          <p:cNvPr id="1587" name="Google Shape;1587;p2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27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Custom Error</a:t>
            </a:r>
            <a:endParaRPr/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27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Custom Error</a:t>
            </a:r>
            <a:endParaRPr/>
          </a:p>
        </p:txBody>
      </p:sp>
      <p:sp>
        <p:nvSpPr>
          <p:cNvPr id="1598" name="Google Shape;1598;p27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Karena error adalah sebuah interface, jadi jika kita ingin membuat error sendiri, kita bisa membuat struct yang mengikuti kontrak dari interface error</a:t>
            </a:r>
            <a:endParaRPr/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27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Custom Error</a:t>
            </a:r>
            <a:endParaRPr/>
          </a:p>
        </p:txBody>
      </p:sp>
      <p:pic>
        <p:nvPicPr>
          <p:cNvPr id="1604" name="Google Shape;1604;p2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413385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5" name="Google Shape;1605;p2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8650" y="2006250"/>
            <a:ext cx="3933825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27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Menggunakan Custom Error</a:t>
            </a:r>
            <a:endParaRPr/>
          </a:p>
        </p:txBody>
      </p:sp>
      <p:pic>
        <p:nvPicPr>
          <p:cNvPr id="1611" name="Google Shape;1611;p2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879262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27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Mengecek Jenis Error</a:t>
            </a:r>
            <a:endParaRPr/>
          </a:p>
        </p:txBody>
      </p:sp>
      <p:pic>
        <p:nvPicPr>
          <p:cNvPr id="1617" name="Google Shape;1617;p2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658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27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27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  <p:sp>
        <p:nvSpPr>
          <p:cNvPr id="1628" name="Google Shape;1628;p27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Standard Library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Modules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Unit Test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Goroutine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Database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Web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