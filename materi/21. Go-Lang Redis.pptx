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y="5143500" cx="9144000"/>
  <p:notesSz cx="6858000" cy="9144000"/>
  <p:embeddedFontLst>
    <p:embeddedFont>
      <p:font typeface="Raleway"/>
      <p:regular r:id="rId60"/>
      <p:bold r:id="rId61"/>
      <p:italic r:id="rId62"/>
      <p:boldItalic r:id="rId63"/>
    </p:embeddedFont>
    <p:embeddedFont>
      <p:font typeface="Lato"/>
      <p:regular r:id="rId64"/>
      <p:bold r:id="rId65"/>
      <p:italic r:id="rId66"/>
      <p:boldItalic r:id="rId6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Raleway-italic.fntdata"/><Relationship Id="rId61" Type="http://schemas.openxmlformats.org/officeDocument/2006/relationships/font" Target="fonts/Raleway-bold.fntdata"/><Relationship Id="rId20" Type="http://schemas.openxmlformats.org/officeDocument/2006/relationships/slide" Target="slides/slide14.xml"/><Relationship Id="rId64" Type="http://schemas.openxmlformats.org/officeDocument/2006/relationships/font" Target="fonts/Lato-regular.fntdata"/><Relationship Id="rId63" Type="http://schemas.openxmlformats.org/officeDocument/2006/relationships/font" Target="fonts/Raleway-boldItalic.fntdata"/><Relationship Id="rId22" Type="http://schemas.openxmlformats.org/officeDocument/2006/relationships/slide" Target="slides/slide16.xml"/><Relationship Id="rId66" Type="http://schemas.openxmlformats.org/officeDocument/2006/relationships/font" Target="fonts/Lato-italic.fntdata"/><Relationship Id="rId21" Type="http://schemas.openxmlformats.org/officeDocument/2006/relationships/slide" Target="slides/slide15.xml"/><Relationship Id="rId65" Type="http://schemas.openxmlformats.org/officeDocument/2006/relationships/font" Target="fonts/Lato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7" Type="http://schemas.openxmlformats.org/officeDocument/2006/relationships/font" Target="fonts/Lato-boldItalic.fntdata"/><Relationship Id="rId60" Type="http://schemas.openxmlformats.org/officeDocument/2006/relationships/font" Target="fonts/Raleway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94dc595ff0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94dc595ff0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94dc595ff0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94dc595ff0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8c5b835b3a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8c5b835b3a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8c5b835b3a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8c5b835b3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8c5b835b3a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8c5b835b3a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8c5b835b3a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8c5b835b3a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8c5b835b3a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8c5b835b3a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8c5b835b3a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8c5b835b3a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8c5b835b3a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8c5b835b3a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8c5b835b3a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8c5b835b3a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8c5b835b3a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8c5b835b3a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8c5b835b3a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8c5b835b3a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8c5b835b3a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8c5b835b3a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8c5b835b3a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8c5b835b3a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8c5b835b3a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8c5b835b3a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8c5b835b3a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8c5b835b3a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8c5b835b3a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8c5b835b3a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8c5b835b3a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8c5b835b3a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8c5b835b3a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8c5b835b3a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8c5b835b3a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8c5b835b3a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8c5b835b3a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8c5b835b3a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8c5b835b3a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8c5b835b3a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8c5b835b3a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28c5b835b3a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8c5b835b3a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8c5b835b3a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8c5b835b3a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8c5b835b3a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8c5b835b3a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8c5b835b3a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8c5b835b3a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28c5b835b3a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8c5b835b3a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8c5b835b3a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8c5b835b3a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8c5b835b3a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8c5b835b3a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28c5b835b3a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8c5b835b3a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28c5b835b3a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8c5b835b3a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28c5b835b3a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8c5b835b3a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8c5b835b3a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8c5b835b3a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8c5b835b3a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8c5b835b3a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28c5b835b3a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8c5b835b3a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28c5b835b3a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8c5b835b3a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28c5b835b3a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8c5b835b3a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28c5b835b3a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8c5b835b3a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28c5b835b3a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8c5b835b3a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28c5b835b3a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8c5b835b3a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28c5b835b3a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8c5b835b3a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28c5b835b3a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28c5b835b3a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28c5b835b3a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28c5b835b3a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28c5b835b3a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8c5b835b3a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28c5b835b3a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28c5b835b3a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28c5b835b3a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8c5b835b3a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28c5b835b3a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8c5b835b3a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28c5b835b3a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28c5b835b3a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28c5b835b3a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8c5b835b3a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28c5b835b3a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8c5b835b3a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28c5b835b3a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28c5b835b3a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28c5b835b3a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" name="Google Shape;88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9" name="Google Shape;89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6" name="Google Shape;96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" name="Google Shape;102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3" name="Google Shape;103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" name="Google Shape;110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11" name="Google Shape;111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5" name="Google Shape;115;p1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" name="Google Shape;119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0" name="Google Shape;120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" name="Google Shape;126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7" name="Google Shape;127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1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34" name="Google Shape;134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2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p2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41" name="Google Shape;141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" name="Google Shape;143;p2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4" name="Google Shape;144;p2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45" name="Google Shape;145;p2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6" name="Google Shape;146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52" name="Google Shape;152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23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t.me/khannedy" TargetMode="External"/><Relationship Id="rId4" Type="http://schemas.openxmlformats.org/officeDocument/2006/relationships/hyperlink" Target="https://www.linkedin.com/company/programmer-zaman-now/" TargetMode="External"/><Relationship Id="rId9" Type="http://schemas.openxmlformats.org/officeDocument/2006/relationships/hyperlink" Target="https://tiktok.com/@programmerzamannow" TargetMode="External"/><Relationship Id="rId5" Type="http://schemas.openxmlformats.org/officeDocument/2006/relationships/hyperlink" Target="https://facebook.com/ProgrammerZamanNow" TargetMode="External"/><Relationship Id="rId6" Type="http://schemas.openxmlformats.org/officeDocument/2006/relationships/hyperlink" Target="https://www.instagram.com/programmerzamannow" TargetMode="External"/><Relationship Id="rId7" Type="http://schemas.openxmlformats.org/officeDocument/2006/relationships/hyperlink" Target="https://www.youtube.com/c/ProgrammerZamanNow" TargetMode="External"/><Relationship Id="rId8" Type="http://schemas.openxmlformats.org/officeDocument/2006/relationships/hyperlink" Target="https://t.me/ProgrammerZamanNow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redis/go-redis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Go-Lang Redis</a:t>
            </a:r>
            <a:endParaRPr/>
          </a:p>
        </p:txBody>
      </p:sp>
      <p:sp>
        <p:nvSpPr>
          <p:cNvPr id="164" name="Google Shape;164;p2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6"/>
          <p:cNvPicPr preferRelativeResize="0"/>
          <p:nvPr/>
        </p:nvPicPr>
        <p:blipFill rotWithShape="1">
          <a:blip r:embed="rId3">
            <a:alphaModFix/>
          </a:blip>
          <a:srcRect b="0" l="0" r="0" t="23717"/>
          <a:stretch/>
        </p:blipFill>
        <p:spPr>
          <a:xfrm>
            <a:off x="1800" y="487410"/>
            <a:ext cx="9144003" cy="465609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rgbClr val="FFFFFF"/>
                </a:solidFill>
              </a:rPr>
              <a:t>Eko Kurniawan Khannedy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71" name="Google Shape;171;p26"/>
          <p:cNvSpPr txBox="1"/>
          <p:nvPr>
            <p:ph idx="1" type="body"/>
          </p:nvPr>
        </p:nvSpPr>
        <p:spPr>
          <a:xfrm>
            <a:off x="729450" y="2078875"/>
            <a:ext cx="5366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Technical architect at one of the biggest ecommerce company in Indonesia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12+ years experiences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www.programmerzamannow.com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youtube.com/c/ProgrammerZamanNow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  <p:sp>
        <p:nvSpPr>
          <p:cNvPr id="177" name="Google Shape;177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Telegram : </a:t>
            </a:r>
            <a:r>
              <a:rPr lang="id" u="sng">
                <a:solidFill>
                  <a:schemeClr val="hlink"/>
                </a:solidFill>
                <a:hlinkClick r:id="rId3"/>
              </a:rPr>
              <a:t>@khannedy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Linkedin : </a:t>
            </a:r>
            <a:r>
              <a:rPr lang="id" u="sng">
                <a:solidFill>
                  <a:schemeClr val="hlink"/>
                </a:solidFill>
                <a:hlinkClick r:id="rId4"/>
              </a:rPr>
              <a:t>https://www.linkedin.com/company/programmer-zaman-now/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Facebook : </a:t>
            </a:r>
            <a:r>
              <a:rPr lang="id" u="sng">
                <a:solidFill>
                  <a:schemeClr val="hlink"/>
                </a:solidFill>
                <a:hlinkClick r:id="rId5"/>
              </a:rPr>
              <a:t>fb.com/ProgrammerZamanNow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Instagram : </a:t>
            </a:r>
            <a:r>
              <a:rPr lang="id" u="sng">
                <a:solidFill>
                  <a:schemeClr val="hlink"/>
                </a:solidFill>
                <a:hlinkClick r:id="rId6"/>
              </a:rPr>
              <a:t>instagram.com/programmerzamannow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Youtube : </a:t>
            </a:r>
            <a:r>
              <a:rPr lang="id" u="sng">
                <a:solidFill>
                  <a:schemeClr val="hlink"/>
                </a:solidFill>
                <a:hlinkClick r:id="rId7"/>
              </a:rPr>
              <a:t>youtube.com/c/ProgrammerZamanNow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Telegram Channel : </a:t>
            </a:r>
            <a:r>
              <a:rPr lang="id" u="sng">
                <a:solidFill>
                  <a:schemeClr val="hlink"/>
                </a:solidFill>
                <a:hlinkClick r:id="rId8"/>
              </a:rPr>
              <a:t>t.me/ProgrammerZamanNow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Tiktok : </a:t>
            </a:r>
            <a:r>
              <a:rPr lang="id" u="sng">
                <a:solidFill>
                  <a:schemeClr val="hlink"/>
                </a:solidFill>
                <a:hlinkClick r:id="rId9"/>
              </a:rPr>
              <a:t>https://tiktok.com/@programmerzamannow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Email : echo.khannedy@gmail.com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Sebelum Belajar</a:t>
            </a:r>
            <a:endParaRPr/>
          </a:p>
        </p:txBody>
      </p:sp>
      <p:sp>
        <p:nvSpPr>
          <p:cNvPr id="183" name="Google Shape;183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Kelas Redis dari Programmer Zaman 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Golang Dasar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Golang Modules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Golang Unit Test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Golang Redis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Redis</a:t>
            </a:r>
            <a:endParaRPr/>
          </a:p>
        </p:txBody>
      </p:sp>
      <p:sp>
        <p:nvSpPr>
          <p:cNvPr id="194" name="Google Shape;194;p3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Redis adalah salah satu In Memory database yang sangat populer, dan banyak digunakan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Memahami Redis sekarang sudah menjadi salah satu hal yang sangat diperlukan, terutama untuk meningkatkan performa aplikasi yang kita buat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 kelas ini, kita akan belajar bagaimana berkomunikasi dengan Redis menggunakan Golang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Golang Redis</a:t>
            </a:r>
            <a:endParaRPr/>
          </a:p>
        </p:txBody>
      </p:sp>
      <p:sp>
        <p:nvSpPr>
          <p:cNvPr id="200" name="Google Shape;200;p3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Redis sendiri sudah menyediakan library resmi yang bisa kita gunakan untuk di Golang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Dengan begitu, berkomunikasi dengan Redis dari aplikasi Golang kita, akan sangat mudah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https://github.com/redis/go-redis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Project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Project</a:t>
            </a:r>
            <a:endParaRPr/>
          </a:p>
        </p:txBody>
      </p:sp>
      <p:sp>
        <p:nvSpPr>
          <p:cNvPr id="211" name="Google Shape;211;p3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Buat folder belajar-golang-redis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 mod init belajar-golang-redis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Tambahkan dependency testify untuk unit test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 get </a:t>
            </a:r>
            <a:r>
              <a:rPr lang="id"/>
              <a:t>github.com/stretchr/testify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Menambahkan Dependency Redis Client</a:t>
            </a:r>
            <a:endParaRPr/>
          </a:p>
        </p:txBody>
      </p:sp>
      <p:sp>
        <p:nvSpPr>
          <p:cNvPr id="217" name="Google Shape;217;p3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Tambahkan dependency redis client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 get github.com/redis/go-redis/v9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Client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Client</a:t>
            </a:r>
            <a:endParaRPr/>
          </a:p>
        </p:txBody>
      </p:sp>
      <p:sp>
        <p:nvSpPr>
          <p:cNvPr id="228" name="Google Shape;228;p3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Hal pertama yang perlu kita lakukan saat ingin menggunakan Redis dari Golang, adalah membuat koneksi ke Redis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membuat koneksi ke Redis, kita perlu membuat object redis.Client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bisa menggunakan function redis.NewClient(redis.Options)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bisa tentukan konfigurasi menggunakan redis.Options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Membuat Client</a:t>
            </a:r>
            <a:endParaRPr/>
          </a:p>
        </p:txBody>
      </p:sp>
      <p:pic>
        <p:nvPicPr>
          <p:cNvPr id="234" name="Google Shape;23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672960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Command</a:t>
            </a:r>
            <a:endParaRPr/>
          </a:p>
        </p:txBody>
      </p:sp>
      <p:sp>
        <p:nvSpPr>
          <p:cNvPr id="240" name="Google Shape;240;p3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Golang Redis sangat mudah digunakan, semua perintah Redis bisa kita lakukan menggunakan Method yang terdapat di Client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Tiap Command di Redis bisa kita lakukan di Client, dengan format PascalCase, misal Ping(), Set(), Get(), dan lain-lain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akan bahas tiap Command secara bertahap sesuai dengan Struktur Data yang akan kita gunakan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Ping</a:t>
            </a:r>
            <a:endParaRPr/>
          </a:p>
        </p:txBody>
      </p:sp>
      <p:pic>
        <p:nvPicPr>
          <p:cNvPr id="246" name="Google Shape;24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199" cy="2571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String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String</a:t>
            </a:r>
            <a:endParaRPr/>
          </a:p>
        </p:txBody>
      </p:sp>
      <p:sp>
        <p:nvSpPr>
          <p:cNvPr id="257" name="Google Shape;257;p4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Struktur data yang sering digunakan di Redis adalah String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Command yang sering kita gunakan adalah menggunakan Set(), SetEx(), Get(), MGet(), dan lain-lain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String</a:t>
            </a:r>
            <a:endParaRPr/>
          </a:p>
        </p:txBody>
      </p:sp>
      <p:pic>
        <p:nvPicPr>
          <p:cNvPr id="263" name="Google Shape;26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127172" cy="298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List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List</a:t>
            </a:r>
            <a:endParaRPr/>
          </a:p>
        </p:txBody>
      </p:sp>
      <p:sp>
        <p:nvSpPr>
          <p:cNvPr id="274" name="Google Shape;274;p4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Sekarang kita akan menggunakan struktur data List menggunakan Golang Redis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List</a:t>
            </a:r>
            <a:endParaRPr/>
          </a:p>
        </p:txBody>
      </p:sp>
      <p:pic>
        <p:nvPicPr>
          <p:cNvPr id="280" name="Google Shape;28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513488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Set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Set</a:t>
            </a:r>
            <a:endParaRPr/>
          </a:p>
        </p:txBody>
      </p:sp>
      <p:sp>
        <p:nvSpPr>
          <p:cNvPr id="291" name="Google Shape;291;p4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Sekarang kita akan menggunakan struktur data Set menggunakan Golang Redis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Set</a:t>
            </a:r>
            <a:endParaRPr/>
          </a:p>
        </p:txBody>
      </p:sp>
      <p:pic>
        <p:nvPicPr>
          <p:cNvPr id="297" name="Google Shape;29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736903" cy="298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Sorted Set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Sorted </a:t>
            </a:r>
            <a:r>
              <a:rPr lang="id"/>
              <a:t>Set</a:t>
            </a:r>
            <a:endParaRPr/>
          </a:p>
        </p:txBody>
      </p:sp>
      <p:sp>
        <p:nvSpPr>
          <p:cNvPr id="308" name="Google Shape;308;p5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Sekarang kita akan menggunakan struktur data Sorted Set menggunakan Golang Redis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Sorted Set</a:t>
            </a:r>
            <a:endParaRPr/>
          </a:p>
        </p:txBody>
      </p:sp>
      <p:pic>
        <p:nvPicPr>
          <p:cNvPr id="314" name="Google Shape;31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627743" cy="298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Hash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Hash</a:t>
            </a:r>
            <a:endParaRPr/>
          </a:p>
        </p:txBody>
      </p:sp>
      <p:sp>
        <p:nvSpPr>
          <p:cNvPr id="325" name="Google Shape;325;p5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Sekarang kita akan menggunakan struktur data Hash menggunakan Golang Redis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Hash</a:t>
            </a:r>
            <a:endParaRPr/>
          </a:p>
        </p:txBody>
      </p:sp>
      <p:pic>
        <p:nvPicPr>
          <p:cNvPr id="331" name="Google Shape;33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3" cy="28740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Geo Point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Geo Point</a:t>
            </a:r>
            <a:endParaRPr/>
          </a:p>
        </p:txBody>
      </p:sp>
      <p:sp>
        <p:nvSpPr>
          <p:cNvPr id="342" name="Google Shape;342;p5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Sekarang kita akan menggunakan struktur data Geo Point menggunakan Golang Redis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Menambah Geo Point</a:t>
            </a:r>
            <a:endParaRPr/>
          </a:p>
        </p:txBody>
      </p:sp>
      <p:pic>
        <p:nvPicPr>
          <p:cNvPr id="348" name="Google Shape;34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3840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Mencari Geo Point</a:t>
            </a:r>
            <a:endParaRPr/>
          </a:p>
        </p:txBody>
      </p:sp>
      <p:pic>
        <p:nvPicPr>
          <p:cNvPr id="354" name="Google Shape;35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198" cy="2637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Hyper Log Log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Hyper Log Log</a:t>
            </a:r>
            <a:endParaRPr/>
          </a:p>
        </p:txBody>
      </p:sp>
      <p:sp>
        <p:nvSpPr>
          <p:cNvPr id="365" name="Google Shape;365;p6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Sekarang kita akan menggunakan struktur data Hyper Log Log menggunakan Golang Redis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6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Hyper Log Log</a:t>
            </a:r>
            <a:endParaRPr/>
          </a:p>
        </p:txBody>
      </p:sp>
      <p:pic>
        <p:nvPicPr>
          <p:cNvPr id="371" name="Google Shape;371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3" cy="2143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Pipeline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Pipeline</a:t>
            </a:r>
            <a:endParaRPr/>
          </a:p>
        </p:txBody>
      </p:sp>
      <p:sp>
        <p:nvSpPr>
          <p:cNvPr id="382" name="Google Shape;382;p6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 kelas Redis, kita pernah belajar tentang pipeline, dimana kita bisa mengirim beberapa perintah secara langsung tanpa harus menunggu balasan satu per satu dari Redis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Hal ini juga bisa dilakukan menggunakan Golang Redis menggunakan Client.Pipelined(callback)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 dalam callback, kita bisa melakukan semua command yang akan dijalankan dalam pipeline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Pipeline</a:t>
            </a:r>
            <a:endParaRPr/>
          </a:p>
        </p:txBody>
      </p:sp>
      <p:pic>
        <p:nvPicPr>
          <p:cNvPr id="388" name="Google Shape;388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199" cy="23983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Transaction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Transaction</a:t>
            </a:r>
            <a:endParaRPr/>
          </a:p>
        </p:txBody>
      </p:sp>
      <p:sp>
        <p:nvSpPr>
          <p:cNvPr id="399" name="Google Shape;399;p6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tahu bahwa menggunakan Redis bisa melakukan transaction menggunakan perintah MULTI dan COMMIT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harus dalam koneksi yang sama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Karena Golang Redis melakukan maintain Connection Pool secara internal, jadi kita tidak bisa dengan mudah menggunakan MULTI dan COMMIT menggunakan redis.Client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harus menggunakan function TxPipelined(), dimana di dalamnya kita bisa membuat callback function yang berisi command-command yang akan dijalankan dalam transaction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Transaction</a:t>
            </a:r>
            <a:endParaRPr/>
          </a:p>
        </p:txBody>
      </p:sp>
      <p:pic>
        <p:nvPicPr>
          <p:cNvPr id="405" name="Google Shape;405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197" cy="2758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Stream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Stream</a:t>
            </a:r>
            <a:endParaRPr/>
          </a:p>
        </p:txBody>
      </p:sp>
      <p:sp>
        <p:nvSpPr>
          <p:cNvPr id="416" name="Google Shape;416;p6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Sekarang kita akan menggunakan struktur data Stream menggunakan Golang Redis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7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Publish Stream</a:t>
            </a:r>
            <a:endParaRPr/>
          </a:p>
        </p:txBody>
      </p:sp>
      <p:pic>
        <p:nvPicPr>
          <p:cNvPr id="422" name="Google Shape;422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2" cy="2546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7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Create Consumer</a:t>
            </a:r>
            <a:endParaRPr/>
          </a:p>
        </p:txBody>
      </p:sp>
      <p:pic>
        <p:nvPicPr>
          <p:cNvPr id="428" name="Google Shape;428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1" cy="1188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7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Get Stream</a:t>
            </a:r>
            <a:endParaRPr/>
          </a:p>
        </p:txBody>
      </p:sp>
      <p:pic>
        <p:nvPicPr>
          <p:cNvPr id="434" name="Google Shape;434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940674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7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Pub Sub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7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PubSub</a:t>
            </a:r>
            <a:endParaRPr/>
          </a:p>
        </p:txBody>
      </p:sp>
      <p:sp>
        <p:nvSpPr>
          <p:cNvPr id="445" name="Google Shape;445;p7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Sekarang kita akan menggunakan fitur PubSub menggunakan Golang Redis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Subscribe PubSub</a:t>
            </a:r>
            <a:endParaRPr/>
          </a:p>
        </p:txBody>
      </p:sp>
      <p:pic>
        <p:nvPicPr>
          <p:cNvPr id="451" name="Google Shape;451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199" cy="1900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7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Publish PubSub</a:t>
            </a:r>
            <a:endParaRPr/>
          </a:p>
        </p:txBody>
      </p:sp>
      <p:pic>
        <p:nvPicPr>
          <p:cNvPr id="457" name="Google Shape;457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1" cy="1778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Penutup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