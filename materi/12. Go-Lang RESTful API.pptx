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5143500" cx="9144000"/>
  <p:notesSz cx="6858000" cy="9144000"/>
  <p:embeddedFontLst>
    <p:embeddedFont>
      <p:font typeface="Raleway"/>
      <p:regular r:id="rId40"/>
      <p:bold r:id="rId41"/>
      <p:italic r:id="rId42"/>
      <p:boldItalic r:id="rId43"/>
    </p:embeddedFont>
    <p:embeddedFont>
      <p:font typeface="Lato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regular.fntdata"/><Relationship Id="rId20" Type="http://schemas.openxmlformats.org/officeDocument/2006/relationships/slide" Target="slides/slide14.xml"/><Relationship Id="rId42" Type="http://schemas.openxmlformats.org/officeDocument/2006/relationships/font" Target="fonts/Raleway-italic.fntdata"/><Relationship Id="rId41" Type="http://schemas.openxmlformats.org/officeDocument/2006/relationships/font" Target="fonts/Raleway-bold.fntdata"/><Relationship Id="rId22" Type="http://schemas.openxmlformats.org/officeDocument/2006/relationships/slide" Target="slides/slide16.xml"/><Relationship Id="rId44" Type="http://schemas.openxmlformats.org/officeDocument/2006/relationships/font" Target="fonts/Lato-regular.fntdata"/><Relationship Id="rId21" Type="http://schemas.openxmlformats.org/officeDocument/2006/relationships/slide" Target="slides/slide15.xml"/><Relationship Id="rId43" Type="http://schemas.openxmlformats.org/officeDocument/2006/relationships/font" Target="fonts/Raleway-boldItalic.fntdata"/><Relationship Id="rId24" Type="http://schemas.openxmlformats.org/officeDocument/2006/relationships/slide" Target="slides/slide18.xml"/><Relationship Id="rId46" Type="http://schemas.openxmlformats.org/officeDocument/2006/relationships/font" Target="fonts/Lato-italic.fntdata"/><Relationship Id="rId23" Type="http://schemas.openxmlformats.org/officeDocument/2006/relationships/slide" Target="slides/slide17.xml"/><Relationship Id="rId45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Lato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e53ea50a87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e53ea50a87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e53ea50a8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e53ea50a8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e53ea50a87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e53ea50a87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e53ea50a87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e53ea50a87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e8bfd38d4f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e8bfd38d4f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ea09f714b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ea09f714b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e8bfd38d4f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e8bfd38d4f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e8bfd38d4f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e8bfd38d4f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e8bfd38d4f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e8bfd38d4f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e8bfd38d4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e8bfd38d4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e8bfd38d4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e8bfd38d4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e8bfd38d4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e8bfd38d4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e8bfd38d4f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e8bfd38d4f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e8bfd38d4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e8bfd38d4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e8bfd38d4f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e8bfd38d4f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e8bfd38d4f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e8bfd38d4f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e8bfd38d4f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e8bfd38d4f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e8bfd38d4f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e8bfd38d4f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e8bfd38d4f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e8bfd38d4f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e8bfd38d4f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e8bfd38d4f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e8bfd38d4f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e8bfd38d4f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e8bfd38d4f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e8bfd38d4f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e8bfd38d4f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e8bfd38d4f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e8bfd38d4f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e8bfd38d4f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ea09f714b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ea09f714b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ea09f714b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ea09f714b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e8bfd38d4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e8bfd38d4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e8bfd38d4f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e8bfd38d4f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ea09f714b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ea09f714b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ea09f714b9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ea09f714b9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e9991a0609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e9991a060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e6f638e43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e6f638e43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" name="Google Shape;88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9" name="Google Shape;89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1" name="Google Shape;91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6" name="Google Shape;96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2" name="Google Shape;102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3" name="Google Shape;103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0" name="Google Shape;110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11" name="Google Shape;111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5" name="Google Shape;115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9" name="Google Shape;119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0" name="Google Shape;120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6" name="Google Shape;126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7" name="Google Shape;127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" name="Google Shape;129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34" name="Google Shape;134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0" name="Google Shape;140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41" name="Google Shape;141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5" name="Google Shape;145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52" name="Google Shape;152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4" name="Google Shape;154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t.me/khannedy" TargetMode="External"/><Relationship Id="rId4" Type="http://schemas.openxmlformats.org/officeDocument/2006/relationships/hyperlink" Target="https://facebook.com/ProgrammerZamanNow" TargetMode="External"/><Relationship Id="rId5" Type="http://schemas.openxmlformats.org/officeDocument/2006/relationships/hyperlink" Target="https://www.instagram.com/programmerzamannow" TargetMode="External"/><Relationship Id="rId6" Type="http://schemas.openxmlformats.org/officeDocument/2006/relationships/hyperlink" Target="https://www.youtube.com/c/ProgrammerZamanNow" TargetMode="External"/><Relationship Id="rId7" Type="http://schemas.openxmlformats.org/officeDocument/2006/relationships/hyperlink" Target="https://t.me/ProgrammerZamanNow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go-sql-driver/mysql" TargetMode="External"/><Relationship Id="rId4" Type="http://schemas.openxmlformats.org/officeDocument/2006/relationships/hyperlink" Target="https://github.com/julienschmidt/httprouter" TargetMode="External"/><Relationship Id="rId5" Type="http://schemas.openxmlformats.org/officeDocument/2006/relationships/hyperlink" Target="https://github.com/go-playground/validator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github.com/stretchr/testify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Go-Lang RESTful API</a:t>
            </a:r>
            <a:endParaRPr/>
          </a:p>
        </p:txBody>
      </p:sp>
      <p:sp>
        <p:nvSpPr>
          <p:cNvPr id="164" name="Google Shape;164;p2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 b="0" l="0" r="0" t="23717"/>
          <a:stretch/>
        </p:blipFill>
        <p:spPr>
          <a:xfrm>
            <a:off x="1800" y="487410"/>
            <a:ext cx="9144003" cy="4656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>
                <a:solidFill>
                  <a:srgbClr val="FFFFFF"/>
                </a:solidFill>
              </a:rPr>
              <a:t>Eko Kurniawan Khannedy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71" name="Google Shape;171;p26"/>
          <p:cNvSpPr txBox="1"/>
          <p:nvPr>
            <p:ph idx="1" type="body"/>
          </p:nvPr>
        </p:nvSpPr>
        <p:spPr>
          <a:xfrm>
            <a:off x="729450" y="2078875"/>
            <a:ext cx="5366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Technical architect at one of the biggest ecommerce company in Indonesia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10+ years experiences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www.programmerzamannow.com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-"/>
            </a:pPr>
            <a:r>
              <a:rPr lang="id" sz="1800">
                <a:solidFill>
                  <a:srgbClr val="FFFFFF"/>
                </a:solidFill>
              </a:rPr>
              <a:t>youtube.com/c/ProgrammerZamanNow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Eko Kurniawan Khannedy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: </a:t>
            </a:r>
            <a:r>
              <a:rPr lang="id" u="sng">
                <a:solidFill>
                  <a:schemeClr val="hlink"/>
                </a:solidFill>
                <a:hlinkClick r:id="rId3"/>
              </a:rPr>
              <a:t>@khannedy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Facebook : </a:t>
            </a:r>
            <a:r>
              <a:rPr lang="id" u="sng">
                <a:solidFill>
                  <a:schemeClr val="hlink"/>
                </a:solidFill>
                <a:hlinkClick r:id="rId4"/>
              </a:rPr>
              <a:t>fb.com/ProgrammerZamanNow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Instagram : </a:t>
            </a:r>
            <a:r>
              <a:rPr lang="id" u="sng">
                <a:solidFill>
                  <a:schemeClr val="hlink"/>
                </a:solidFill>
                <a:hlinkClick r:id="rId5"/>
              </a:rPr>
              <a:t>instagram.com/programmerzamannow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Youtube : </a:t>
            </a:r>
            <a:r>
              <a:rPr lang="id" u="sng">
                <a:solidFill>
                  <a:schemeClr val="hlink"/>
                </a:solidFill>
                <a:hlinkClick r:id="rId6"/>
              </a:rPr>
              <a:t>youtube.com/c/ProgrammerZamanNow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Telegram Channel : </a:t>
            </a:r>
            <a:r>
              <a:rPr lang="id" u="sng">
                <a:solidFill>
                  <a:schemeClr val="hlink"/>
                </a:solidFill>
                <a:hlinkClick r:id="rId7"/>
              </a:rPr>
              <a:t>t.me/ProgrammerZamanNow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Email : echo.khannedy@gmail.com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Sebelum Belajar</a:t>
            </a:r>
            <a:endParaRPr/>
          </a:p>
        </p:txBody>
      </p:sp>
      <p:sp>
        <p:nvSpPr>
          <p:cNvPr id="183" name="Google Shape;183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Web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HttpRouter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RESTful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OpenAPI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Agenda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Praktek Membuat Aplikasi RESTful 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OpenAPI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Setup Database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Model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Repository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Service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Validation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Membuat Controller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Dan lain-lain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Setup Project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Aplikasi CRUD Sederhana</a:t>
            </a:r>
            <a:endParaRPr/>
          </a:p>
        </p:txBody>
      </p:sp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membuat aplikasi CRUD sederhana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Tujuannya untuk belajar RESTful API, bukan untuk membuat aplikasi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membuat aplikasi CRUD untuk data category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Dimana data category memiliki atribut id (number) dan name (string)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Kita akan buat API untuk semua operasi nya, Create Category, Get Category, List Category, Update Category dan Delete Category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Semua API akan kita tambahkan Authentication berupa API-Key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Driver MySQL : </a:t>
            </a:r>
            <a:r>
              <a:rPr lang="id" u="sng">
                <a:solidFill>
                  <a:schemeClr val="hlink"/>
                </a:solidFill>
                <a:hlinkClick r:id="rId3"/>
              </a:rPr>
              <a:t>https://github.com/go-sql-driver/mysql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HTTP Router : </a:t>
            </a:r>
            <a:r>
              <a:rPr lang="id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https://github.com/julienschmidt/httprouter</a:t>
            </a:r>
            <a:r>
              <a:rPr lang="id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Validation : </a:t>
            </a:r>
            <a:r>
              <a:rPr lang="id" u="sng">
                <a:solidFill>
                  <a:schemeClr val="hlink"/>
                </a:solidFill>
                <a:hlinkClick r:id="rId5"/>
              </a:rPr>
              <a:t>https://github.com/go-playground/validator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 OpenAPI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List Categories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Create Category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Get Category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Update Category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Delete Category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API Spec Security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Membuat</a:t>
            </a:r>
            <a:r>
              <a:rPr lang="id"/>
              <a:t> Database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Domain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Repository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Repository Implementation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Service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Service Implementation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Validation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7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Controller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Category Controller Implementation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 Router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0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HTTP Server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Manual Test API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Error Handler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Authentication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Unit Test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Menambah Dependency</a:t>
            </a:r>
            <a:endParaRPr/>
          </a:p>
        </p:txBody>
      </p:sp>
      <p:sp>
        <p:nvSpPr>
          <p:cNvPr id="322" name="Google Shape;322;p5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 u="sng">
                <a:solidFill>
                  <a:schemeClr val="hlink"/>
                </a:solidFill>
                <a:hlinkClick r:id="rId3"/>
              </a:rPr>
              <a:t>https://github.com/stretchr/testify</a:t>
            </a:r>
            <a:r>
              <a:rPr lang="id"/>
              <a:t> 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5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Materi Selanjutnya</a:t>
            </a:r>
            <a:endParaRPr/>
          </a:p>
        </p:txBody>
      </p:sp>
      <p:sp>
        <p:nvSpPr>
          <p:cNvPr id="333" name="Google Shape;333;p5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Dependency Injection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Go-Lang Library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id"/>
              <a:t>Perbanyak Praktek Membuat Aplikasi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