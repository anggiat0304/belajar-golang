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Lst>
  <p:sldSz cy="5143500" cx="9144000"/>
  <p:notesSz cx="6858000" cy="9144000"/>
  <p:embeddedFontLst>
    <p:embeddedFont>
      <p:font typeface="Raleway"/>
      <p:regular r:id="rId92"/>
      <p:bold r:id="rId93"/>
      <p:italic r:id="rId94"/>
      <p:boldItalic r:id="rId95"/>
    </p:embeddedFont>
    <p:embeddedFont>
      <p:font typeface="Lato"/>
      <p:regular r:id="rId96"/>
      <p:bold r:id="rId97"/>
      <p:italic r:id="rId98"/>
      <p:boldItalic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Raleway-boldItalic.fntdata"/><Relationship Id="rId94" Type="http://schemas.openxmlformats.org/officeDocument/2006/relationships/font" Target="fonts/Raleway-italic.fntdata"/><Relationship Id="rId97" Type="http://schemas.openxmlformats.org/officeDocument/2006/relationships/font" Target="fonts/Lato-bold.fntdata"/><Relationship Id="rId96" Type="http://schemas.openxmlformats.org/officeDocument/2006/relationships/font" Target="fonts/Lato-regular.fntdata"/><Relationship Id="rId11" Type="http://schemas.openxmlformats.org/officeDocument/2006/relationships/slide" Target="slides/slide5.xml"/><Relationship Id="rId99" Type="http://schemas.openxmlformats.org/officeDocument/2006/relationships/font" Target="fonts/Lato-boldItalic.fntdata"/><Relationship Id="rId10" Type="http://schemas.openxmlformats.org/officeDocument/2006/relationships/slide" Target="slides/slide4.xml"/><Relationship Id="rId98" Type="http://schemas.openxmlformats.org/officeDocument/2006/relationships/font" Target="fonts/Lato-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font" Target="fonts/Raleway-bold.fntdata"/><Relationship Id="rId92" Type="http://schemas.openxmlformats.org/officeDocument/2006/relationships/font" Target="fonts/Raleway-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62cb711b2a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62cb711b2a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62cb711b2a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62cb711b2a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62cb711b2a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62cb711b2a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62cb711b2a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62cb711b2a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62cb711b2a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62cb711b2a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62cb711b2a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62cb711b2a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62cb711b2a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62cb711b2a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62cb711b2a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62cb711b2a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62cb711b2a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62cb711b2a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62cb711b2a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62cb711b2a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62cb711b2a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62cb711b2a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62cb711b2a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62cb711b2a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62cb711b2a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62cb711b2a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62cb711b2a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62cb711b2a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62cb711b2a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62cb711b2a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62cb711b2a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62cb711b2a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62cb711b2a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62cb711b2a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62cb711b2a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62cb711b2a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62cb711b2a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62cb711b2a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62cb711b2a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62cb711b2a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62cb711b2a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62cb711b2a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62cb711b2a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62cb711b2a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62cb711b2a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62cb711b2a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62cb711b2a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62cb711b2a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62cb711b2a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62cb711b2a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62cb711b2a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62cb711b2a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62cb711b2a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62cb711b2a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62cb711b2a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62cb711b2a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62cb711b2a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62cb711b2a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62cb711b2a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62cb711b2a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62cb711b2a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62cb711b2a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62cb711b2a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62cb711b2a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62cb711b2a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62cb711b2a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62cb711b2a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62cb711b2a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62cb711b2a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62cb711b2a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62cb711b2a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62cb711b2a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62cb711b2a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62cb711b2a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62cb711b2a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62cb711b2a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62cb711b2a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62cb711b2a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62cb711b2a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62cb711b2a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62cb711b2a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62cb711b2a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62cb711b2a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62cb711b2a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62cb711b2a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62cb711b2a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62cb711b2a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62cb711b2a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62cb711b2a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62cb711b2a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62cb711b2a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62cb711b2a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62cb711b2a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62cb711b2a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62cb711b2a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62cb711b2a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62cb711b2a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62cb711b2a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62cb711b2a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62cb711b2a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62cb711b2a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62cb711b2a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62cb711b2a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62cb711b2a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62cb711b2a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62cb711b2a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62cb711b2a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62cb711b2a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62cb711b2a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62cb711b2a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62cb711b2a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162cb711b2a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62cb711b2a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62cb711b2a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62cb711b2a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62cb711b2a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62cb711b2a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62cb711b2a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62cb711b2a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162cb711b2a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62cb711b2a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62cb711b2a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62cb711b2a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62cb711b2a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62cb711b2a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62cb711b2a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62cb711b2a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62cb711b2a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62cb711b2a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62cb711b2a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62cb711b2a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162cb711b2a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62cb711b2a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62cb711b2a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62cb711b2a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62cb711b2a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62cb711b2a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62cb711b2a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62cb711b2a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62cb711b2a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62cb711b2a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62cb711b2a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62cb711b2a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162cb711b2a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62cb711b2a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62cb711b2a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162cb711b2a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162cb711b2a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162cb711b2a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162cb711b2a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62cb711b2a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62cb711b2a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162cb711b2a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162cb711b2a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62cb711b2a_0_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62cb711b2a_0_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162cb711b2a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162cb711b2a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62cb711b2a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62cb711b2a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162cb711b2a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162cb711b2a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162cb711b2a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162cb711b2a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62cb711b2a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62cb711b2a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62cb711b2a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162cb711b2a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hyperlink" Target="https://github.com/go-playground/validato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hyperlink" Target="https://pkg.go.dev/github.com/go-playground/validator/v10#readme-baked-in-validation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2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1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1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2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2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1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1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2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 Id="rId3" Type="http://schemas.openxmlformats.org/officeDocument/2006/relationships/image" Target="../media/image2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 Id="rId3" Type="http://schemas.openxmlformats.org/officeDocument/2006/relationships/image" Target="../media/image2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 Id="rId3" Type="http://schemas.openxmlformats.org/officeDocument/2006/relationships/image" Target="../media/image2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 Id="rId3" Type="http://schemas.openxmlformats.org/officeDocument/2006/relationships/image" Target="../media/image2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Validation</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11+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Validation</a:t>
            </a:r>
            <a:endParaRPr/>
          </a:p>
          <a:p>
            <a:pPr indent="-311150" lvl="0" marL="457200" rtl="0" algn="l">
              <a:spcBef>
                <a:spcPts val="0"/>
              </a:spcBef>
              <a:spcAft>
                <a:spcPts val="0"/>
              </a:spcAft>
              <a:buSzPts val="1300"/>
              <a:buChar char="●"/>
            </a:pPr>
            <a:r>
              <a:rPr lang="id"/>
              <a:t>Validation Library</a:t>
            </a:r>
            <a:endParaRPr/>
          </a:p>
          <a:p>
            <a:pPr indent="-311150" lvl="0" marL="457200" rtl="0" algn="l">
              <a:spcBef>
                <a:spcPts val="0"/>
              </a:spcBef>
              <a:spcAft>
                <a:spcPts val="0"/>
              </a:spcAft>
              <a:buSzPts val="1300"/>
              <a:buChar char="●"/>
            </a:pPr>
            <a:r>
              <a:rPr lang="id"/>
              <a:t>Melakukan Validation</a:t>
            </a:r>
            <a:endParaRPr/>
          </a:p>
          <a:p>
            <a:pPr indent="-311150" lvl="0" marL="457200" rtl="0" algn="l">
              <a:spcBef>
                <a:spcPts val="0"/>
              </a:spcBef>
              <a:spcAft>
                <a:spcPts val="0"/>
              </a:spcAft>
              <a:buSzPts val="1300"/>
              <a:buChar char="●"/>
            </a:pPr>
            <a:r>
              <a:rPr lang="id"/>
              <a:t>Variable Validation</a:t>
            </a:r>
            <a:endParaRPr/>
          </a:p>
          <a:p>
            <a:pPr indent="-311150" lvl="0" marL="457200" rtl="0" algn="l">
              <a:spcBef>
                <a:spcPts val="0"/>
              </a:spcBef>
              <a:spcAft>
                <a:spcPts val="0"/>
              </a:spcAft>
              <a:buSzPts val="1300"/>
              <a:buChar char="●"/>
            </a:pPr>
            <a:r>
              <a:rPr lang="id"/>
              <a:t>Struct Validation</a:t>
            </a:r>
            <a:endParaRPr/>
          </a:p>
          <a:p>
            <a:pPr indent="-311150" lvl="0" marL="457200" rtl="0" algn="l">
              <a:spcBef>
                <a:spcPts val="0"/>
              </a:spcBef>
              <a:spcAft>
                <a:spcPts val="0"/>
              </a:spcAft>
              <a:buSzPts val="1300"/>
              <a:buChar char="●"/>
            </a:pPr>
            <a:r>
              <a:rPr lang="id"/>
              <a:t>Validation Error</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Validation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Validation</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aplikasi, validasi adalah salah satu hal yang selalu dibuat</a:t>
            </a:r>
            <a:endParaRPr/>
          </a:p>
          <a:p>
            <a:pPr indent="-311150" lvl="0" marL="457200" rtl="0" algn="l">
              <a:spcBef>
                <a:spcPts val="0"/>
              </a:spcBef>
              <a:spcAft>
                <a:spcPts val="0"/>
              </a:spcAft>
              <a:buSzPts val="1300"/>
              <a:buChar char="●"/>
            </a:pPr>
            <a:r>
              <a:rPr lang="id"/>
              <a:t>Validasi dilakukan untuk memastikan bahwa data yang diproses sudah benar</a:t>
            </a:r>
            <a:endParaRPr/>
          </a:p>
          <a:p>
            <a:pPr indent="-311150" lvl="0" marL="457200" rtl="0" algn="l">
              <a:spcBef>
                <a:spcPts val="0"/>
              </a:spcBef>
              <a:spcAft>
                <a:spcPts val="0"/>
              </a:spcAft>
              <a:buSzPts val="1300"/>
              <a:buChar char="●"/>
            </a:pPr>
            <a:r>
              <a:rPr lang="id"/>
              <a:t>Validasi adalah sesuatu yang wajib dilakukan saat pembuatan aplikasi, agar kesalahan pada data bisa ditemukan secepat mungkin sebelum data tersebut di proses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Tempat Melakukan Validasi</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Validasi sering dilakukan di banyak bagian dalam aplikasi, seperti</a:t>
            </a:r>
            <a:endParaRPr/>
          </a:p>
          <a:p>
            <a:pPr indent="-311150" lvl="0" marL="457200" rtl="0" algn="l">
              <a:spcBef>
                <a:spcPts val="0"/>
              </a:spcBef>
              <a:spcAft>
                <a:spcPts val="0"/>
              </a:spcAft>
              <a:buSzPts val="1300"/>
              <a:buChar char="●"/>
            </a:pPr>
            <a:r>
              <a:rPr lang="id"/>
              <a:t>Web, validasi request dari pengguna</a:t>
            </a:r>
            <a:endParaRPr/>
          </a:p>
          <a:p>
            <a:pPr indent="-311150" lvl="0" marL="457200" rtl="0" algn="l">
              <a:spcBef>
                <a:spcPts val="0"/>
              </a:spcBef>
              <a:spcAft>
                <a:spcPts val="0"/>
              </a:spcAft>
              <a:buSzPts val="1300"/>
              <a:buChar char="●"/>
            </a:pPr>
            <a:r>
              <a:rPr lang="id"/>
              <a:t>Business Logic, validasi data </a:t>
            </a:r>
            <a:endParaRPr/>
          </a:p>
          <a:p>
            <a:pPr indent="-311150" lvl="0" marL="457200" rtl="0" algn="l">
              <a:spcBef>
                <a:spcPts val="0"/>
              </a:spcBef>
              <a:spcAft>
                <a:spcPts val="0"/>
              </a:spcAft>
              <a:buSzPts val="1300"/>
              <a:buChar char="●"/>
            </a:pPr>
            <a:r>
              <a:rPr lang="id"/>
              <a:t>Database, validasi constraint</a:t>
            </a:r>
            <a:endParaRPr/>
          </a:p>
          <a:p>
            <a:pPr indent="-311150" lvl="0" marL="457200" rtl="0" algn="l">
              <a:spcBef>
                <a:spcPts val="0"/>
              </a:spcBef>
              <a:spcAft>
                <a:spcPts val="0"/>
              </a:spcAft>
              <a:buSzPts val="1300"/>
              <a:buChar char="●"/>
            </a:pPr>
            <a:r>
              <a:rPr lang="id"/>
              <a:t>Beberapa bagian, kadang menggunakan validasi yang sama. Oleh karena itu pembuatan validasi secara manual sangat memakan waktu, dan kesalahan sedikit bisa menyebabkan validasi tidak konsisten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Kenapa Butuh Validasi?</a:t>
            </a:r>
            <a:endParaRPr/>
          </a:p>
        </p:txBody>
      </p:sp>
      <p:sp>
        <p:nvSpPr>
          <p:cNvPr id="212" name="Google Shape;212;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Sederhana, untuk memastikan request atau data yang dikirim oleh pengguna sudah sesuai dengan yang kita inginkan</a:t>
            </a:r>
            <a:endParaRPr/>
          </a:p>
          <a:p>
            <a:pPr indent="-311150" lvl="0" marL="457200" rtl="0" algn="l">
              <a:spcBef>
                <a:spcPts val="0"/>
              </a:spcBef>
              <a:spcAft>
                <a:spcPts val="0"/>
              </a:spcAft>
              <a:buSzPts val="1300"/>
              <a:buChar char="●"/>
            </a:pPr>
            <a:r>
              <a:rPr lang="id"/>
              <a:t>Never trust user input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Validator Package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Manual Validation</a:t>
            </a:r>
            <a:endParaRPr/>
          </a:p>
        </p:txBody>
      </p:sp>
      <p:sp>
        <p:nvSpPr>
          <p:cNvPr id="223" name="Google Shape;223;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melakukan validasi, biasanya kita akan melakukan validasi secara manual</a:t>
            </a:r>
            <a:endParaRPr/>
          </a:p>
          <a:p>
            <a:pPr indent="-311150" lvl="0" marL="457200" rtl="0" algn="l">
              <a:spcBef>
                <a:spcPts val="0"/>
              </a:spcBef>
              <a:spcAft>
                <a:spcPts val="0"/>
              </a:spcAft>
              <a:buSzPts val="1300"/>
              <a:buChar char="●"/>
            </a:pPr>
            <a:r>
              <a:rPr lang="id"/>
              <a:t>Rata-rata, validasi manual akan menggunakan if statement</a:t>
            </a:r>
            <a:endParaRPr/>
          </a:p>
          <a:p>
            <a:pPr indent="-311150" lvl="0" marL="457200" rtl="0" algn="l">
              <a:spcBef>
                <a:spcPts val="0"/>
              </a:spcBef>
              <a:spcAft>
                <a:spcPts val="0"/>
              </a:spcAft>
              <a:buSzPts val="1300"/>
              <a:buChar char="●"/>
            </a:pPr>
            <a:r>
              <a:rPr lang="id"/>
              <a:t>Semakin banyak validasi yang diperlukan, semakin banyak if statement yang harus dibuat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Validation Library</a:t>
            </a:r>
            <a:endParaRPr/>
          </a:p>
        </p:txBody>
      </p:sp>
      <p:sp>
        <p:nvSpPr>
          <p:cNvPr id="229" name="Google Shape;229;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Penggunaan library untuk melakukan validasi sangat direkomendasikan</a:t>
            </a:r>
            <a:endParaRPr/>
          </a:p>
          <a:p>
            <a:pPr indent="-311150" lvl="0" marL="457200" rtl="0" algn="l">
              <a:spcBef>
                <a:spcPts val="0"/>
              </a:spcBef>
              <a:spcAft>
                <a:spcPts val="0"/>
              </a:spcAft>
              <a:buSzPts val="1300"/>
              <a:buChar char="●"/>
            </a:pPr>
            <a:r>
              <a:rPr lang="id"/>
              <a:t>Hal ini agar kode validasi bisa lebih mudah, rapi dan juga sama antar programmer</a:t>
            </a:r>
            <a:endParaRPr/>
          </a:p>
          <a:p>
            <a:pPr indent="-311150" lvl="0" marL="457200" rtl="0" algn="l">
              <a:spcBef>
                <a:spcPts val="0"/>
              </a:spcBef>
              <a:spcAft>
                <a:spcPts val="0"/>
              </a:spcAft>
              <a:buSzPts val="1300"/>
              <a:buChar char="●"/>
            </a:pPr>
            <a:r>
              <a:rPr lang="id"/>
              <a:t>Ada banyak sekali library yang bisa kita gunakan untuk mempermudah dalam pembuatan validasi di kode program kita</a:t>
            </a:r>
            <a:endParaRPr/>
          </a:p>
          <a:p>
            <a:pPr indent="-311150" lvl="0" marL="457200" rtl="0" algn="l">
              <a:spcBef>
                <a:spcPts val="0"/>
              </a:spcBef>
              <a:spcAft>
                <a:spcPts val="0"/>
              </a:spcAft>
              <a:buSzPts val="1300"/>
              <a:buChar char="●"/>
            </a:pPr>
            <a:r>
              <a:rPr lang="id"/>
              <a:t>Salah satunya, yang akan kita gunakan di kelas ini adalah Validator Package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Validator Package</a:t>
            </a:r>
            <a:endParaRPr/>
          </a:p>
        </p:txBody>
      </p:sp>
      <p:sp>
        <p:nvSpPr>
          <p:cNvPr id="235" name="Google Shape;235;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library yang banyak digunakan untuk membantu melakukan validation adalah Validator Package</a:t>
            </a:r>
            <a:endParaRPr/>
          </a:p>
          <a:p>
            <a:pPr indent="-311150" lvl="0" marL="457200" rtl="0" algn="l">
              <a:spcBef>
                <a:spcPts val="0"/>
              </a:spcBef>
              <a:spcAft>
                <a:spcPts val="0"/>
              </a:spcAft>
              <a:buSzPts val="1300"/>
              <a:buChar char="●"/>
            </a:pPr>
            <a:r>
              <a:rPr lang="id"/>
              <a:t>Validator Package adalah opensource library untuk melakukan validation di golang</a:t>
            </a:r>
            <a:endParaRPr/>
          </a:p>
          <a:p>
            <a:pPr indent="-311150" lvl="0" marL="457200" rtl="0" algn="l">
              <a:spcBef>
                <a:spcPts val="0"/>
              </a:spcBef>
              <a:spcAft>
                <a:spcPts val="0"/>
              </a:spcAft>
              <a:buSzPts val="1300"/>
              <a:buChar char="●"/>
            </a:pPr>
            <a:r>
              <a:rPr lang="id"/>
              <a:t>Validator Package memiliki banyak sekali fitur yang bisa kita gunakan untuk mempermudah kita melakukan validasi</a:t>
            </a:r>
            <a:endParaRPr/>
          </a:p>
          <a:p>
            <a:pPr indent="-311150" lvl="0" marL="457200" rtl="0" algn="l">
              <a:spcBef>
                <a:spcPts val="0"/>
              </a:spcBef>
              <a:spcAft>
                <a:spcPts val="0"/>
              </a:spcAft>
              <a:buSzPts val="1300"/>
              <a:buChar char="●"/>
            </a:pPr>
            <a:r>
              <a:rPr lang="id" u="sng">
                <a:solidFill>
                  <a:schemeClr val="hlink"/>
                </a:solidFill>
                <a:hlinkClick r:id="rId3"/>
              </a:rPr>
              <a:t>https://github.com/go-playground/validator</a:t>
            </a:r>
            <a:r>
              <a:rPr lang="id"/>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
        <p:nvSpPr>
          <p:cNvPr id="246" name="Google Shape;246;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Buat folder belajar-golang-validation</a:t>
            </a:r>
            <a:endParaRPr/>
          </a:p>
          <a:p>
            <a:pPr indent="-311150" lvl="0" marL="457200" rtl="0" algn="l">
              <a:spcBef>
                <a:spcPts val="0"/>
              </a:spcBef>
              <a:spcAft>
                <a:spcPts val="0"/>
              </a:spcAft>
              <a:buSzPts val="1300"/>
              <a:buChar char="●"/>
            </a:pPr>
            <a:r>
              <a:rPr lang="id"/>
              <a:t>Buat sebagai Go Module :</a:t>
            </a:r>
            <a:br>
              <a:rPr lang="id"/>
            </a:br>
            <a:r>
              <a:rPr lang="id"/>
              <a:t>go mod init github.com/ProgrammerZamanNow/belajar-golang-validation</a:t>
            </a:r>
            <a:endParaRPr/>
          </a:p>
          <a:p>
            <a:pPr indent="-311150" lvl="0" marL="457200" rtl="0" algn="l">
              <a:spcBef>
                <a:spcPts val="0"/>
              </a:spcBef>
              <a:spcAft>
                <a:spcPts val="0"/>
              </a:spcAft>
              <a:buSzPts val="1300"/>
              <a:buChar char="●"/>
            </a:pPr>
            <a:r>
              <a:rPr lang="id"/>
              <a:t>Tambahkan library Validator Package :</a:t>
            </a:r>
            <a:br>
              <a:rPr lang="id"/>
            </a:br>
            <a:r>
              <a:rPr lang="id"/>
              <a:t>go get github.com/go-playground/validator/v10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Validate Struct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Validate Struct</a:t>
            </a:r>
            <a:endParaRPr/>
          </a:p>
        </p:txBody>
      </p:sp>
      <p:sp>
        <p:nvSpPr>
          <p:cNvPr id="257" name="Google Shape;257;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Validator Package di desain agar thread safe dan digunakan sebagai object singleton (cukup buat satu object saja)</a:t>
            </a:r>
            <a:endParaRPr/>
          </a:p>
          <a:p>
            <a:pPr indent="-311150" lvl="0" marL="457200" rtl="0" algn="l">
              <a:spcBef>
                <a:spcPts val="0"/>
              </a:spcBef>
              <a:spcAft>
                <a:spcPts val="0"/>
              </a:spcAft>
              <a:buSzPts val="1300"/>
              <a:buChar char="●"/>
            </a:pPr>
            <a:r>
              <a:rPr lang="id"/>
              <a:t>Validator Package akan melakukan cache informasi seperti rules, tags, dan lain-lain yang berhubungan dengan validation kita</a:t>
            </a:r>
            <a:endParaRPr/>
          </a:p>
          <a:p>
            <a:pPr indent="-311150" lvl="0" marL="457200" rtl="0" algn="l">
              <a:spcBef>
                <a:spcPts val="0"/>
              </a:spcBef>
              <a:spcAft>
                <a:spcPts val="0"/>
              </a:spcAft>
              <a:buSzPts val="1300"/>
              <a:buChar char="●"/>
            </a:pPr>
            <a:r>
              <a:rPr lang="id"/>
              <a:t>Cache adalah menyimpan informasi di memory, sehingga bisa digunakan lagi tanpa harus melakukan eksekusi kode program lagi, hal ini akan mempercepat proses</a:t>
            </a:r>
            <a:endParaRPr/>
          </a:p>
          <a:p>
            <a:pPr indent="-311150" lvl="0" marL="457200" rtl="0" algn="l">
              <a:spcBef>
                <a:spcPts val="0"/>
              </a:spcBef>
              <a:spcAft>
                <a:spcPts val="0"/>
              </a:spcAft>
              <a:buSzPts val="1300"/>
              <a:buChar char="●"/>
            </a:pPr>
            <a:r>
              <a:rPr lang="id"/>
              <a:t>Jika kita selalu membuat object baru, maka keuntungan cache tidak bisa didapatkan</a:t>
            </a:r>
            <a:endParaRPr/>
          </a:p>
          <a:p>
            <a:pPr indent="-311150" lvl="0" marL="457200" rtl="0" algn="l">
              <a:spcBef>
                <a:spcPts val="0"/>
              </a:spcBef>
              <a:spcAft>
                <a:spcPts val="0"/>
              </a:spcAft>
              <a:buSzPts val="1300"/>
              <a:buChar char="●"/>
            </a:pPr>
            <a:r>
              <a:rPr lang="id"/>
              <a:t>Package Validator merepresentasikan object untuk validation nya dalam struct bernama Validate di package validator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Validate Struct</a:t>
            </a:r>
            <a:endParaRPr/>
          </a:p>
        </p:txBody>
      </p:sp>
      <p:pic>
        <p:nvPicPr>
          <p:cNvPr id="263" name="Google Shape;263;p42"/>
          <p:cNvPicPr preferRelativeResize="0"/>
          <p:nvPr/>
        </p:nvPicPr>
        <p:blipFill>
          <a:blip r:embed="rId3">
            <a:alphaModFix/>
          </a:blip>
          <a:stretch>
            <a:fillRect/>
          </a:stretch>
        </p:blipFill>
        <p:spPr>
          <a:xfrm>
            <a:off x="152400" y="2006250"/>
            <a:ext cx="7233644" cy="2984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Variable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Variable</a:t>
            </a:r>
            <a:endParaRPr/>
          </a:p>
        </p:txBody>
      </p:sp>
      <p:sp>
        <p:nvSpPr>
          <p:cNvPr id="274" name="Google Shape;274;p4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Sekarang kita akan coba melakukan validasi terhadap variable menggunakan Validator Package</a:t>
            </a:r>
            <a:endParaRPr/>
          </a:p>
          <a:p>
            <a:pPr indent="-311150" lvl="0" marL="457200" rtl="0" algn="l">
              <a:spcBef>
                <a:spcPts val="0"/>
              </a:spcBef>
              <a:spcAft>
                <a:spcPts val="0"/>
              </a:spcAft>
              <a:buSzPts val="1300"/>
              <a:buChar char="●"/>
            </a:pPr>
            <a:r>
              <a:rPr lang="id"/>
              <a:t>Saat kita melakukan validasi, biasanya kita akan melakukan validasi terhadap variable yang tersedia, baik itu variable yang terdapat di Struct atau function parameter</a:t>
            </a:r>
            <a:endParaRPr/>
          </a:p>
          <a:p>
            <a:pPr indent="-311150" lvl="0" marL="457200" rtl="0" algn="l">
              <a:spcBef>
                <a:spcPts val="0"/>
              </a:spcBef>
              <a:spcAft>
                <a:spcPts val="0"/>
              </a:spcAft>
              <a:buSzPts val="1300"/>
              <a:buChar char="●"/>
            </a:pPr>
            <a:r>
              <a:rPr lang="id"/>
              <a:t>Untuk melakukan validasi variable, kita bisa gunakan method :</a:t>
            </a:r>
            <a:endParaRPr/>
          </a:p>
          <a:p>
            <a:pPr indent="-298450" lvl="1" marL="914400" rtl="0" algn="l">
              <a:spcBef>
                <a:spcPts val="0"/>
              </a:spcBef>
              <a:spcAft>
                <a:spcPts val="0"/>
              </a:spcAft>
              <a:buSzPts val="1100"/>
              <a:buChar char="○"/>
            </a:pPr>
            <a:r>
              <a:rPr lang="id"/>
              <a:t>Validate.Var(variable, tag)</a:t>
            </a:r>
            <a:endParaRPr/>
          </a:p>
          <a:p>
            <a:pPr indent="-298450" lvl="1" marL="914400" rtl="0" algn="l">
              <a:spcBef>
                <a:spcPts val="0"/>
              </a:spcBef>
              <a:spcAft>
                <a:spcPts val="0"/>
              </a:spcAft>
              <a:buSzPts val="1100"/>
              <a:buChar char="○"/>
            </a:pPr>
            <a:r>
              <a:rPr lang="id"/>
              <a:t>Validate.VarCtx(ctx, variable, tag)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Validator Tag</a:t>
            </a:r>
            <a:endParaRPr/>
          </a:p>
        </p:txBody>
      </p:sp>
      <p:sp>
        <p:nvSpPr>
          <p:cNvPr id="280" name="Google Shape;280;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Validator Package menggunakan konsep Tag untuk menyebutkan validation yang ingin digunakan</a:t>
            </a:r>
            <a:endParaRPr/>
          </a:p>
          <a:p>
            <a:pPr indent="-311150" lvl="0" marL="457200" rtl="0" algn="l">
              <a:spcBef>
                <a:spcPts val="0"/>
              </a:spcBef>
              <a:spcAft>
                <a:spcPts val="0"/>
              </a:spcAft>
              <a:buSzPts val="1300"/>
              <a:buChar char="●"/>
            </a:pPr>
            <a:r>
              <a:rPr lang="id"/>
              <a:t>Setiap jenis validation, memiliki nama tag masing-masing, kita akan bahas di materi khusus untuk ini</a:t>
            </a:r>
            <a:endParaRPr/>
          </a:p>
          <a:p>
            <a:pPr indent="-311150" lvl="0" marL="457200" rtl="0" algn="l">
              <a:spcBef>
                <a:spcPts val="0"/>
              </a:spcBef>
              <a:spcAft>
                <a:spcPts val="0"/>
              </a:spcAft>
              <a:buSzPts val="1300"/>
              <a:buChar char="●"/>
            </a:pPr>
            <a:r>
              <a:rPr lang="id"/>
              <a:t>Contoh validasi bahwa sebuah value harus ada isinya, bukan default value, misal kita bisa gunakan tag “required”, jika number pastikan bukan default number 0, dan jika string bukan default string “”, dan jika array/slice, bukan default array/slice kosong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Validasi Variable</a:t>
            </a:r>
            <a:endParaRPr/>
          </a:p>
        </p:txBody>
      </p:sp>
      <p:pic>
        <p:nvPicPr>
          <p:cNvPr id="286" name="Google Shape;286;p46"/>
          <p:cNvPicPr preferRelativeResize="0"/>
          <p:nvPr/>
        </p:nvPicPr>
        <p:blipFill>
          <a:blip r:embed="rId3">
            <a:alphaModFix/>
          </a:blip>
          <a:stretch>
            <a:fillRect/>
          </a:stretch>
        </p:blipFill>
        <p:spPr>
          <a:xfrm>
            <a:off x="152400" y="2006250"/>
            <a:ext cx="8775010" cy="2984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Dua Variable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Dua Variable</a:t>
            </a:r>
            <a:endParaRPr/>
          </a:p>
        </p:txBody>
      </p:sp>
      <p:sp>
        <p:nvSpPr>
          <p:cNvPr id="297" name="Google Shape;297;p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dimana kita ingin melakukan validasi untuk membandingkan dua buah variable</a:t>
            </a:r>
            <a:endParaRPr/>
          </a:p>
          <a:p>
            <a:pPr indent="-311150" lvl="0" marL="457200" rtl="0" algn="l">
              <a:spcBef>
                <a:spcPts val="0"/>
              </a:spcBef>
              <a:spcAft>
                <a:spcPts val="0"/>
              </a:spcAft>
              <a:buSzPts val="1300"/>
              <a:buChar char="●"/>
            </a:pPr>
            <a:r>
              <a:rPr lang="id"/>
              <a:t>Misal kita mau memastikan variable password dan confirmPassword harus sama, kita bisa gunakan tag eqfield</a:t>
            </a:r>
            <a:endParaRPr/>
          </a:p>
          <a:p>
            <a:pPr indent="-311150" lvl="0" marL="457200" rtl="0" algn="l">
              <a:spcBef>
                <a:spcPts val="0"/>
              </a:spcBef>
              <a:spcAft>
                <a:spcPts val="0"/>
              </a:spcAft>
              <a:buSzPts val="1300"/>
              <a:buChar char="●"/>
            </a:pPr>
            <a:r>
              <a:rPr lang="id"/>
              <a:t>Untuk melakukan validasi dua variable, kita bisa gunakan method :</a:t>
            </a:r>
            <a:endParaRPr/>
          </a:p>
          <a:p>
            <a:pPr indent="-298450" lvl="1" marL="914400" rtl="0" algn="l">
              <a:spcBef>
                <a:spcPts val="0"/>
              </a:spcBef>
              <a:spcAft>
                <a:spcPts val="0"/>
              </a:spcAft>
              <a:buSzPts val="1100"/>
              <a:buChar char="○"/>
            </a:pPr>
            <a:r>
              <a:rPr lang="id"/>
              <a:t>Validate.VarWithValue(first, second, tag)</a:t>
            </a:r>
            <a:endParaRPr/>
          </a:p>
          <a:p>
            <a:pPr indent="-298450" lvl="1" marL="914400" rtl="0" algn="l">
              <a:spcBef>
                <a:spcPts val="0"/>
              </a:spcBef>
              <a:spcAft>
                <a:spcPts val="0"/>
              </a:spcAft>
              <a:buSzPts val="1100"/>
              <a:buChar char="○"/>
            </a:pPr>
            <a:r>
              <a:rPr lang="id"/>
              <a:t>Validate.VarWithValueCtx(ctx, first, second, tag)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Validasi Dua Variable</a:t>
            </a:r>
            <a:endParaRPr/>
          </a:p>
        </p:txBody>
      </p:sp>
      <p:pic>
        <p:nvPicPr>
          <p:cNvPr id="303" name="Google Shape;303;p49"/>
          <p:cNvPicPr preferRelativeResize="0"/>
          <p:nvPr/>
        </p:nvPicPr>
        <p:blipFill>
          <a:blip r:embed="rId3">
            <a:alphaModFix/>
          </a:blip>
          <a:stretch>
            <a:fillRect/>
          </a:stretch>
        </p:blipFill>
        <p:spPr>
          <a:xfrm>
            <a:off x="152400" y="2006250"/>
            <a:ext cx="8839199" cy="286987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Baked-in Validations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Baked-in Validations</a:t>
            </a:r>
            <a:endParaRPr/>
          </a:p>
        </p:txBody>
      </p:sp>
      <p:sp>
        <p:nvSpPr>
          <p:cNvPr id="314" name="Google Shape;314;p5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Validator Package sudah menyediakan banyak sekali validation yang biasanya kita butuhkan, dari yang sederhana seperti required (</a:t>
            </a:r>
            <a:r>
              <a:rPr lang="id"/>
              <a:t>string tidak boleh kosong</a:t>
            </a:r>
            <a:r>
              <a:rPr lang="id"/>
              <a:t>), email (format data harus email), dan lain-lain</a:t>
            </a:r>
            <a:endParaRPr/>
          </a:p>
          <a:p>
            <a:pPr indent="-311150" lvl="0" marL="457200" rtl="0" algn="l">
              <a:spcBef>
                <a:spcPts val="0"/>
              </a:spcBef>
              <a:spcAft>
                <a:spcPts val="0"/>
              </a:spcAft>
              <a:buSzPts val="1300"/>
              <a:buChar char="●"/>
            </a:pPr>
            <a:r>
              <a:rPr lang="id"/>
              <a:t>Ada banyak sekali Baked-in Validation yang sudah tersedia, dan kita hanya perlu menggunakan nama tag nya saja</a:t>
            </a:r>
            <a:endParaRPr/>
          </a:p>
          <a:p>
            <a:pPr indent="-311150" lvl="0" marL="457200" rtl="0" algn="l">
              <a:spcBef>
                <a:spcPts val="0"/>
              </a:spcBef>
              <a:spcAft>
                <a:spcPts val="0"/>
              </a:spcAft>
              <a:buSzPts val="1300"/>
              <a:buChar char="●"/>
            </a:pPr>
            <a:r>
              <a:rPr lang="id" u="sng">
                <a:solidFill>
                  <a:schemeClr val="hlink"/>
                </a:solidFill>
                <a:hlinkClick r:id="rId3"/>
              </a:rPr>
              <a:t>https://pkg.go.dev/github.com/go-playground/validator/v10#readme-baked-in-validations</a:t>
            </a:r>
            <a:r>
              <a:rPr lang="id"/>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Tag Validation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Tag Validation</a:t>
            </a:r>
            <a:endParaRPr/>
          </a:p>
        </p:txBody>
      </p:sp>
      <p:sp>
        <p:nvSpPr>
          <p:cNvPr id="325" name="Google Shape;325;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Tag pada validation bisa lebih dari satu, kita bisa tambahkan , (koma) dan diikuti dengan tag selanjutnya</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Tag Validation</a:t>
            </a:r>
            <a:endParaRPr/>
          </a:p>
        </p:txBody>
      </p:sp>
      <p:pic>
        <p:nvPicPr>
          <p:cNvPr id="331" name="Google Shape;331;p54"/>
          <p:cNvPicPr preferRelativeResize="0"/>
          <p:nvPr/>
        </p:nvPicPr>
        <p:blipFill>
          <a:blip r:embed="rId3">
            <a:alphaModFix/>
          </a:blip>
          <a:stretch>
            <a:fillRect/>
          </a:stretch>
        </p:blipFill>
        <p:spPr>
          <a:xfrm>
            <a:off x="152400" y="2006250"/>
            <a:ext cx="8839198" cy="279833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Tag Parameter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Tag Parameter</a:t>
            </a:r>
            <a:endParaRPr/>
          </a:p>
        </p:txBody>
      </p:sp>
      <p:sp>
        <p:nvSpPr>
          <p:cNvPr id="342" name="Google Shape;342;p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Validator Package, mendukung penggunaan parameter ketika menggunakan tag</a:t>
            </a:r>
            <a:endParaRPr/>
          </a:p>
          <a:p>
            <a:pPr indent="-311150" lvl="0" marL="457200" rtl="0" algn="l">
              <a:spcBef>
                <a:spcPts val="0"/>
              </a:spcBef>
              <a:spcAft>
                <a:spcPts val="0"/>
              </a:spcAft>
              <a:buSzPts val="1300"/>
              <a:buChar char="●"/>
            </a:pPr>
            <a:r>
              <a:rPr lang="id"/>
              <a:t>Ini sangat berguna pada kasus validasi yang memang butuh data parameter, contohnya min, max, length, dan lain-lain</a:t>
            </a:r>
            <a:endParaRPr/>
          </a:p>
          <a:p>
            <a:pPr indent="-311150" lvl="0" marL="457200" rtl="0" algn="l">
              <a:spcBef>
                <a:spcPts val="0"/>
              </a:spcBef>
              <a:spcAft>
                <a:spcPts val="0"/>
              </a:spcAft>
              <a:buSzPts val="1300"/>
              <a:buChar char="●"/>
            </a:pPr>
            <a:r>
              <a:rPr lang="id"/>
              <a:t>Untuk menggunakan parameter, kita bisa langsung menggunakan tanda = (sama dengan) setelah tag, dan diikuti dengan nilai parameter nya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Tag Parameter</a:t>
            </a:r>
            <a:endParaRPr/>
          </a:p>
        </p:txBody>
      </p:sp>
      <p:pic>
        <p:nvPicPr>
          <p:cNvPr id="348" name="Google Shape;348;p57"/>
          <p:cNvPicPr preferRelativeResize="0"/>
          <p:nvPr/>
        </p:nvPicPr>
        <p:blipFill>
          <a:blip r:embed="rId3">
            <a:alphaModFix/>
          </a:blip>
          <a:stretch>
            <a:fillRect/>
          </a:stretch>
        </p:blipFill>
        <p:spPr>
          <a:xfrm>
            <a:off x="152400" y="2006250"/>
            <a:ext cx="8670884" cy="2984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Struct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Struct</a:t>
            </a:r>
            <a:endParaRPr/>
          </a:p>
        </p:txBody>
      </p:sp>
      <p:sp>
        <p:nvSpPr>
          <p:cNvPr id="359" name="Google Shape;359;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melakukan validasi variable, Validator Package juga bisa digunakan untuk melakukan validasi terhadap struct</a:t>
            </a:r>
            <a:endParaRPr/>
          </a:p>
          <a:p>
            <a:pPr indent="-311150" lvl="0" marL="457200" rtl="0" algn="l">
              <a:spcBef>
                <a:spcPts val="0"/>
              </a:spcBef>
              <a:spcAft>
                <a:spcPts val="0"/>
              </a:spcAft>
              <a:buSzPts val="1300"/>
              <a:buChar char="●"/>
            </a:pPr>
            <a:r>
              <a:rPr lang="id"/>
              <a:t>Dengan begitu, kita bisa langsung melakukan validasi terhadap semua field yang terdapat di Struct tersebut</a:t>
            </a:r>
            <a:endParaRPr/>
          </a:p>
          <a:p>
            <a:pPr indent="-311150" lvl="0" marL="457200" rtl="0" algn="l">
              <a:spcBef>
                <a:spcPts val="0"/>
              </a:spcBef>
              <a:spcAft>
                <a:spcPts val="0"/>
              </a:spcAft>
              <a:buSzPts val="1300"/>
              <a:buChar char="●"/>
            </a:pPr>
            <a:r>
              <a:rPr lang="id"/>
              <a:t>Tag untuk validasi, bisa kita tambahkan dengan menambah reflection tag di Struct field-nya dengan tag validate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a:t>
            </a:r>
            <a:endParaRPr/>
          </a:p>
        </p:txBody>
      </p:sp>
      <p:pic>
        <p:nvPicPr>
          <p:cNvPr id="365" name="Google Shape;365;p60"/>
          <p:cNvPicPr preferRelativeResize="0"/>
          <p:nvPr/>
        </p:nvPicPr>
        <p:blipFill>
          <a:blip r:embed="rId3">
            <a:alphaModFix/>
          </a:blip>
          <a:stretch>
            <a:fillRect/>
          </a:stretch>
        </p:blipFill>
        <p:spPr>
          <a:xfrm>
            <a:off x="152400" y="2006250"/>
            <a:ext cx="8839201" cy="187871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Validasi Struct</a:t>
            </a:r>
            <a:endParaRPr/>
          </a:p>
        </p:txBody>
      </p:sp>
      <p:pic>
        <p:nvPicPr>
          <p:cNvPr id="371" name="Google Shape;371;p61"/>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Validation Errors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a:t>
            </a:r>
            <a:endParaRPr/>
          </a:p>
        </p:txBody>
      </p:sp>
      <p:sp>
        <p:nvSpPr>
          <p:cNvPr id="382" name="Google Shape;382;p6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melakukan validasi, Validator Package akan mengembalikan data error</a:t>
            </a:r>
            <a:endParaRPr/>
          </a:p>
          <a:p>
            <a:pPr indent="-311150" lvl="0" marL="457200" rtl="0" algn="l">
              <a:spcBef>
                <a:spcPts val="0"/>
              </a:spcBef>
              <a:spcAft>
                <a:spcPts val="0"/>
              </a:spcAft>
              <a:buSzPts val="1300"/>
              <a:buChar char="●"/>
            </a:pPr>
            <a:r>
              <a:rPr lang="id"/>
              <a:t>Jika error tersebut bernilai nil, artinya semua data valid, tidak terjadi validation error</a:t>
            </a:r>
            <a:endParaRPr/>
          </a:p>
          <a:p>
            <a:pPr indent="-311150" lvl="0" marL="457200" rtl="0" algn="l">
              <a:spcBef>
                <a:spcPts val="0"/>
              </a:spcBef>
              <a:spcAft>
                <a:spcPts val="0"/>
              </a:spcAft>
              <a:buSzPts val="1300"/>
              <a:buChar char="●"/>
            </a:pPr>
            <a:r>
              <a:rPr lang="id"/>
              <a:t>Namun jika tidak nill, artinya terdapat data yang error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Validation Errors</a:t>
            </a:r>
            <a:endParaRPr/>
          </a:p>
        </p:txBody>
      </p:sp>
      <p:sp>
        <p:nvSpPr>
          <p:cNvPr id="388" name="Google Shape;388;p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tahu bahwa error adalah kontrak interface dari golang untuk membuat error</a:t>
            </a:r>
            <a:endParaRPr/>
          </a:p>
          <a:p>
            <a:pPr indent="-311150" lvl="0" marL="457200" rtl="0" algn="l">
              <a:spcBef>
                <a:spcPts val="0"/>
              </a:spcBef>
              <a:spcAft>
                <a:spcPts val="0"/>
              </a:spcAft>
              <a:buSzPts val="1300"/>
              <a:buChar char="●"/>
            </a:pPr>
            <a:r>
              <a:rPr lang="id"/>
              <a:t>Validator Package sendiri sebenarnya memiliki detail struct untuk implementasi error ini, yaitu ValidationErrors</a:t>
            </a:r>
            <a:endParaRPr/>
          </a:p>
          <a:p>
            <a:pPr indent="-311150" lvl="0" marL="457200" rtl="0" algn="l">
              <a:spcBef>
                <a:spcPts val="0"/>
              </a:spcBef>
              <a:spcAft>
                <a:spcPts val="0"/>
              </a:spcAft>
              <a:buSzPts val="1300"/>
              <a:buChar char="●"/>
            </a:pPr>
            <a:r>
              <a:rPr lang="id"/>
              <a:t>Kita bisa melakukan konversi ke ValidationErrors ketika terjadi validation error</a:t>
            </a:r>
            <a:endParaRPr/>
          </a:p>
          <a:p>
            <a:pPr indent="-311150" lvl="0" marL="457200" rtl="0" algn="l">
              <a:spcBef>
                <a:spcPts val="0"/>
              </a:spcBef>
              <a:spcAft>
                <a:spcPts val="0"/>
              </a:spcAft>
              <a:buSzPts val="1300"/>
              <a:buChar char="●"/>
            </a:pPr>
            <a:r>
              <a:rPr lang="id"/>
              <a:t>Terdapat banyak sekali informasi yang bisa kita ambil dari ValidationErrors</a:t>
            </a:r>
            <a:endParaRPr/>
          </a:p>
          <a:p>
            <a:pPr indent="-311150" lvl="0" marL="457200" rtl="0" algn="l">
              <a:spcBef>
                <a:spcPts val="0"/>
              </a:spcBef>
              <a:spcAft>
                <a:spcPts val="0"/>
              </a:spcAft>
              <a:buSzPts val="1300"/>
              <a:buChar char="●"/>
            </a:pPr>
            <a:r>
              <a:rPr lang="id"/>
              <a:t>ValidationErrors sendiri sebenarnya adalah alias untuk []FieldError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Validation Error</a:t>
            </a:r>
            <a:endParaRPr/>
          </a:p>
        </p:txBody>
      </p:sp>
      <p:pic>
        <p:nvPicPr>
          <p:cNvPr id="394" name="Google Shape;394;p65"/>
          <p:cNvPicPr preferRelativeResize="0"/>
          <p:nvPr/>
        </p:nvPicPr>
        <p:blipFill>
          <a:blip r:embed="rId3">
            <a:alphaModFix/>
          </a:blip>
          <a:stretch>
            <a:fillRect/>
          </a:stretch>
        </p:blipFill>
        <p:spPr>
          <a:xfrm>
            <a:off x="152400" y="2006250"/>
            <a:ext cx="8839198" cy="247237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Cross Field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Cross Field</a:t>
            </a:r>
            <a:endParaRPr/>
          </a:p>
        </p:txBody>
      </p:sp>
      <p:sp>
        <p:nvSpPr>
          <p:cNvPr id="405" name="Google Shape;405;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tahu Validator Package memiliki validation khusus untuk validasi dua variable</a:t>
            </a:r>
            <a:endParaRPr/>
          </a:p>
          <a:p>
            <a:pPr indent="-311150" lvl="0" marL="457200" rtl="0" algn="l">
              <a:spcBef>
                <a:spcPts val="0"/>
              </a:spcBef>
              <a:spcAft>
                <a:spcPts val="0"/>
              </a:spcAft>
              <a:buSzPts val="1300"/>
              <a:buChar char="●"/>
            </a:pPr>
            <a:r>
              <a:rPr lang="id"/>
              <a:t>Validation tersebut juga bisa digunakan untuk validasi cross Field jika di dalam Struct</a:t>
            </a:r>
            <a:endParaRPr/>
          </a:p>
          <a:p>
            <a:pPr indent="-311150" lvl="0" marL="457200" rtl="0" algn="l">
              <a:spcBef>
                <a:spcPts val="0"/>
              </a:spcBef>
              <a:spcAft>
                <a:spcPts val="0"/>
              </a:spcAft>
              <a:buSzPts val="1300"/>
              <a:buChar char="●"/>
            </a:pPr>
            <a:r>
              <a:rPr lang="id"/>
              <a:t>Caranya kita bisa menggunakan validation tag yang sama, namun perlu sebutkan field kedua-nya</a:t>
            </a:r>
            <a:endParaRPr/>
          </a:p>
          <a:p>
            <a:pPr indent="-311150" lvl="0" marL="457200" rtl="0" algn="l">
              <a:spcBef>
                <a:spcPts val="0"/>
              </a:spcBef>
              <a:spcAft>
                <a:spcPts val="0"/>
              </a:spcAft>
              <a:buSzPts val="1300"/>
              <a:buChar char="●"/>
            </a:pPr>
            <a:r>
              <a:rPr lang="id"/>
              <a:t>Misal pada Field Password, kita bisa tambahkan validate:eqfield=ConfirmPassword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Validasi Cross Field</a:t>
            </a:r>
            <a:endParaRPr/>
          </a:p>
        </p:txBody>
      </p:sp>
      <p:pic>
        <p:nvPicPr>
          <p:cNvPr id="411" name="Google Shape;411;p68"/>
          <p:cNvPicPr preferRelativeResize="0"/>
          <p:nvPr/>
        </p:nvPicPr>
        <p:blipFill>
          <a:blip r:embed="rId3">
            <a:alphaModFix/>
          </a:blip>
          <a:stretch>
            <a:fillRect/>
          </a:stretch>
        </p:blipFill>
        <p:spPr>
          <a:xfrm>
            <a:off x="152400" y="2006250"/>
            <a:ext cx="8839200" cy="175564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Nested Struct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Nested Struct</a:t>
            </a:r>
            <a:endParaRPr/>
          </a:p>
        </p:txBody>
      </p:sp>
      <p:sp>
        <p:nvSpPr>
          <p:cNvPr id="422" name="Google Shape;422;p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saat kita membuat Struct yang berisikan Field Struct lainnya</a:t>
            </a:r>
            <a:endParaRPr/>
          </a:p>
          <a:p>
            <a:pPr indent="-311150" lvl="0" marL="457200" rtl="0" algn="l">
              <a:spcBef>
                <a:spcPts val="0"/>
              </a:spcBef>
              <a:spcAft>
                <a:spcPts val="0"/>
              </a:spcAft>
              <a:buSzPts val="1300"/>
              <a:buChar char="●"/>
            </a:pPr>
            <a:r>
              <a:rPr lang="id"/>
              <a:t>Validator Package akan melakukan validasi terhadap Field Struct tersebut secara otomatis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Validasi Nested Struct</a:t>
            </a:r>
            <a:endParaRPr/>
          </a:p>
        </p:txBody>
      </p:sp>
      <p:pic>
        <p:nvPicPr>
          <p:cNvPr id="428" name="Google Shape;428;p71"/>
          <p:cNvPicPr preferRelativeResize="0"/>
          <p:nvPr/>
        </p:nvPicPr>
        <p:blipFill>
          <a:blip r:embed="rId3">
            <a:alphaModFix/>
          </a:blip>
          <a:stretch>
            <a:fillRect/>
          </a:stretch>
        </p:blipFill>
        <p:spPr>
          <a:xfrm>
            <a:off x="152400" y="2006250"/>
            <a:ext cx="8333167" cy="29848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Collection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Collection</a:t>
            </a:r>
            <a:endParaRPr/>
          </a:p>
        </p:txBody>
      </p:sp>
      <p:sp>
        <p:nvSpPr>
          <p:cNvPr id="439" name="Google Shape;439;p7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Tidak seperti tipe data Struct, jika kita memiliki field dengan tipe data Collection seperti Array, Slice atau Map, secara default Validator Package tidak akan melakukan validasi terhadap data-data yang terdapat di dalam collection tersebut</a:t>
            </a:r>
            <a:endParaRPr/>
          </a:p>
          <a:p>
            <a:pPr indent="-311150" lvl="0" marL="457200" rtl="0" algn="l">
              <a:spcBef>
                <a:spcPts val="0"/>
              </a:spcBef>
              <a:spcAft>
                <a:spcPts val="0"/>
              </a:spcAft>
              <a:buSzPts val="1300"/>
              <a:buChar char="●"/>
            </a:pPr>
            <a:r>
              <a:rPr lang="id"/>
              <a:t>Namun, jika kita ingin melakukan validasi semua data yang terdapat di Collection-nya, kita bisa tambahkan tag dive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Validasi Collection</a:t>
            </a:r>
            <a:endParaRPr/>
          </a:p>
        </p:txBody>
      </p:sp>
      <p:pic>
        <p:nvPicPr>
          <p:cNvPr id="445" name="Google Shape;445;p74"/>
          <p:cNvPicPr preferRelativeResize="0"/>
          <p:nvPr/>
        </p:nvPicPr>
        <p:blipFill>
          <a:blip r:embed="rId3">
            <a:alphaModFix/>
          </a:blip>
          <a:stretch>
            <a:fillRect/>
          </a:stretch>
        </p:blipFill>
        <p:spPr>
          <a:xfrm>
            <a:off x="152400" y="2006250"/>
            <a:ext cx="8839200" cy="296533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Basic Collection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Basic Collection</a:t>
            </a:r>
            <a:endParaRPr/>
          </a:p>
        </p:txBody>
      </p:sp>
      <p:sp>
        <p:nvSpPr>
          <p:cNvPr id="456" name="Google Shape;456;p7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Bagaimana jika data Collection nya adalah tipe data yang bukan Struct, misal []String?</a:t>
            </a:r>
            <a:endParaRPr/>
          </a:p>
          <a:p>
            <a:pPr indent="-311150" lvl="0" marL="457200" rtl="0" algn="l">
              <a:spcBef>
                <a:spcPts val="0"/>
              </a:spcBef>
              <a:spcAft>
                <a:spcPts val="0"/>
              </a:spcAft>
              <a:buSzPts val="1300"/>
              <a:buChar char="●"/>
            </a:pPr>
            <a:r>
              <a:rPr lang="id"/>
              <a:t>Pada kasus seperti ini, kita bisa tambahkan validation nya langsung setelah menambahkan tag dive</a:t>
            </a:r>
            <a:endParaRPr/>
          </a:p>
          <a:p>
            <a:pPr indent="-311150" lvl="0" marL="457200" rtl="0" algn="l">
              <a:spcBef>
                <a:spcPts val="0"/>
              </a:spcBef>
              <a:spcAft>
                <a:spcPts val="0"/>
              </a:spcAft>
              <a:buSzPts val="1300"/>
              <a:buChar char="●"/>
            </a:pPr>
            <a:r>
              <a:rPr lang="id"/>
              <a:t>Misal pada field Hobbies []String, kita bisa tambahkan tag dive,required,min=1, artinya tiap String di []String harus required dan min=1</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Basic Collection</a:t>
            </a:r>
            <a:endParaRPr/>
          </a:p>
        </p:txBody>
      </p:sp>
      <p:pic>
        <p:nvPicPr>
          <p:cNvPr id="462" name="Google Shape;462;p77"/>
          <p:cNvPicPr preferRelativeResize="0"/>
          <p:nvPr/>
        </p:nvPicPr>
        <p:blipFill>
          <a:blip r:embed="rId3">
            <a:alphaModFix/>
          </a:blip>
          <a:stretch>
            <a:fillRect/>
          </a:stretch>
        </p:blipFill>
        <p:spPr>
          <a:xfrm>
            <a:off x="152400" y="2006250"/>
            <a:ext cx="8187317" cy="29848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Map</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Map</a:t>
            </a:r>
            <a:endParaRPr/>
          </a:p>
        </p:txBody>
      </p:sp>
      <p:sp>
        <p:nvSpPr>
          <p:cNvPr id="473" name="Google Shape;473;p7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Collection Array/Slice, kita juga bisa melakukan validasi terhadap Field Map</a:t>
            </a:r>
            <a:endParaRPr/>
          </a:p>
          <a:p>
            <a:pPr indent="-311150" lvl="0" marL="457200" rtl="0" algn="l">
              <a:spcBef>
                <a:spcPts val="0"/>
              </a:spcBef>
              <a:spcAft>
                <a:spcPts val="0"/>
              </a:spcAft>
              <a:buSzPts val="1300"/>
              <a:buChar char="●"/>
            </a:pPr>
            <a:r>
              <a:rPr lang="id"/>
              <a:t>Karena dalam Map terdapat Key dan Value, kita bisa menggunakan dive untuk key dan dive untuk value</a:t>
            </a:r>
            <a:endParaRPr/>
          </a:p>
          <a:p>
            <a:pPr indent="-311150" lvl="0" marL="457200" rtl="0" algn="l">
              <a:spcBef>
                <a:spcPts val="0"/>
              </a:spcBef>
              <a:spcAft>
                <a:spcPts val="0"/>
              </a:spcAft>
              <a:buSzPts val="1300"/>
              <a:buChar char="●"/>
            </a:pPr>
            <a:r>
              <a:rPr lang="id"/>
              <a:t>Namun khusus untuk key, kita harus tandai dengan tag keys dan diakhiri dengan endkeys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Validasi Map</a:t>
            </a:r>
            <a:endParaRPr/>
          </a:p>
        </p:txBody>
      </p:sp>
      <p:pic>
        <p:nvPicPr>
          <p:cNvPr id="479" name="Google Shape;479;p80"/>
          <p:cNvPicPr preferRelativeResize="0"/>
          <p:nvPr/>
        </p:nvPicPr>
        <p:blipFill>
          <a:blip r:embed="rId3">
            <a:alphaModFix/>
          </a:blip>
          <a:stretch>
            <a:fillRect/>
          </a:stretch>
        </p:blipFill>
        <p:spPr>
          <a:xfrm>
            <a:off x="152400" y="2006250"/>
            <a:ext cx="8839197" cy="284773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Validasi Basic Map</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Basic Map</a:t>
            </a:r>
            <a:endParaRPr/>
          </a:p>
        </p:txBody>
      </p:sp>
      <p:sp>
        <p:nvSpPr>
          <p:cNvPr id="490" name="Google Shape;490;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juga sering membuat tipe data Map dengan key dan value berupa tipe data bukan Struct</a:t>
            </a:r>
            <a:endParaRPr/>
          </a:p>
          <a:p>
            <a:pPr indent="-311150" lvl="0" marL="457200" rtl="0" algn="l">
              <a:spcBef>
                <a:spcPts val="0"/>
              </a:spcBef>
              <a:spcAft>
                <a:spcPts val="0"/>
              </a:spcAft>
              <a:buSzPts val="1300"/>
              <a:buChar char="●"/>
            </a:pPr>
            <a:r>
              <a:rPr lang="id"/>
              <a:t>Pada kasus ini, jika kita ingin menambah validasi, caranya sama seperti pada Basic Collection, namun khusus untuk key, perlu ditambahkan keys dan endkeys</a:t>
            </a:r>
            <a:endParaRPr/>
          </a:p>
          <a:p>
            <a:pPr indent="-311150" lvl="0" marL="457200" rtl="0" algn="l">
              <a:spcBef>
                <a:spcPts val="0"/>
              </a:spcBef>
              <a:spcAft>
                <a:spcPts val="0"/>
              </a:spcAft>
              <a:buSzPts val="1300"/>
              <a:buChar char="●"/>
            </a:pPr>
            <a:r>
              <a:rPr lang="id"/>
              <a:t>Field Wallet map[string]int dengan tag </a:t>
            </a:r>
            <a:r>
              <a:rPr lang="id"/>
              <a:t>dive,keys,required,endkeys,required,gt=0</a:t>
            </a:r>
            <a:r>
              <a:rPr lang="id"/>
              <a:t>, artinya key string required, dan value required dan gt=0</a:t>
            </a:r>
            <a:endParaRPr/>
          </a:p>
          <a:p>
            <a:pPr indent="-311150" lvl="0" marL="457200" rtl="0" algn="l">
              <a:spcBef>
                <a:spcPts val="0"/>
              </a:spcBef>
              <a:spcAft>
                <a:spcPts val="0"/>
              </a:spcAft>
              <a:buSzPts val="1300"/>
              <a:buChar char="●"/>
            </a:pPr>
            <a:r>
              <a:rPr lang="id"/>
              <a:t>Karena value bukanlah Struct, jadi kita tidak perlu menambahkan dive lagi pada value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Basic Map</a:t>
            </a:r>
            <a:endParaRPr/>
          </a:p>
        </p:txBody>
      </p:sp>
      <p:pic>
        <p:nvPicPr>
          <p:cNvPr id="496" name="Google Shape;496;p83"/>
          <p:cNvPicPr preferRelativeResize="0"/>
          <p:nvPr/>
        </p:nvPicPr>
        <p:blipFill>
          <a:blip r:embed="rId3">
            <a:alphaModFix/>
          </a:blip>
          <a:stretch>
            <a:fillRect/>
          </a:stretch>
        </p:blipFill>
        <p:spPr>
          <a:xfrm>
            <a:off x="152400" y="2006250"/>
            <a:ext cx="8839200" cy="261640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Alias Tag</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Alias Tag</a:t>
            </a:r>
            <a:endParaRPr/>
          </a:p>
        </p:txBody>
      </p:sp>
      <p:sp>
        <p:nvSpPr>
          <p:cNvPr id="507" name="Google Shape;507;p8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beberapa kasus, kadang kita sering menggunakan beberapa tag validation yang sama untuk Field yang berbeda</a:t>
            </a:r>
            <a:endParaRPr/>
          </a:p>
          <a:p>
            <a:pPr indent="-311150" lvl="0" marL="457200" rtl="0" algn="l">
              <a:spcBef>
                <a:spcPts val="0"/>
              </a:spcBef>
              <a:spcAft>
                <a:spcPts val="0"/>
              </a:spcAft>
              <a:buSzPts val="1300"/>
              <a:buChar char="●"/>
            </a:pPr>
            <a:r>
              <a:rPr lang="id"/>
              <a:t>Validator Package memiliki fitur untuk menambahkan alias, yaitu nama tag baru untuk tag lain, bisa satu atau lebih tag lain</a:t>
            </a:r>
            <a:endParaRPr/>
          </a:p>
          <a:p>
            <a:pPr indent="-311150" lvl="0" marL="457200" rtl="0" algn="l">
              <a:spcBef>
                <a:spcPts val="0"/>
              </a:spcBef>
              <a:spcAft>
                <a:spcPts val="0"/>
              </a:spcAft>
              <a:buSzPts val="1300"/>
              <a:buChar char="●"/>
            </a:pPr>
            <a:r>
              <a:rPr lang="id"/>
              <a:t>Kita bisa meregistrasikan alias tag baru dengan menggunakan method :</a:t>
            </a:r>
            <a:endParaRPr/>
          </a:p>
          <a:p>
            <a:pPr indent="-298450" lvl="1" marL="914400" rtl="0" algn="l">
              <a:spcBef>
                <a:spcPts val="0"/>
              </a:spcBef>
              <a:spcAft>
                <a:spcPts val="0"/>
              </a:spcAft>
              <a:buSzPts val="1100"/>
              <a:buChar char="○"/>
            </a:pPr>
            <a:r>
              <a:rPr lang="id"/>
              <a:t>Validate.RegisterAlias(alias, tag)</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Alias Tag</a:t>
            </a:r>
            <a:endParaRPr/>
          </a:p>
        </p:txBody>
      </p:sp>
      <p:pic>
        <p:nvPicPr>
          <p:cNvPr id="513" name="Google Shape;513;p86"/>
          <p:cNvPicPr preferRelativeResize="0"/>
          <p:nvPr/>
        </p:nvPicPr>
        <p:blipFill>
          <a:blip r:embed="rId3">
            <a:alphaModFix/>
          </a:blip>
          <a:stretch>
            <a:fillRect/>
          </a:stretch>
        </p:blipFill>
        <p:spPr>
          <a:xfrm>
            <a:off x="152400" y="2006250"/>
            <a:ext cx="8747437" cy="29848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Custom Validation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Custom Validation</a:t>
            </a:r>
            <a:endParaRPr/>
          </a:p>
        </p:txBody>
      </p:sp>
      <p:sp>
        <p:nvSpPr>
          <p:cNvPr id="524" name="Google Shape;524;p8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Bagaimana jika ternyata validation yang kita butuhkan tidak tersedia di baked-in Validator Package?</a:t>
            </a:r>
            <a:endParaRPr/>
          </a:p>
          <a:p>
            <a:pPr indent="-311150" lvl="0" marL="457200" rtl="0" algn="l">
              <a:spcBef>
                <a:spcPts val="0"/>
              </a:spcBef>
              <a:spcAft>
                <a:spcPts val="0"/>
              </a:spcAft>
              <a:buSzPts val="1300"/>
              <a:buChar char="●"/>
            </a:pPr>
            <a:r>
              <a:rPr lang="id"/>
              <a:t>Tenang saja, kita bisa membuat Custom Validation sendiri, dengan membuat function dengan parameter validator.FieldLevel, lalu registrasikan ke Validate menggunakan :</a:t>
            </a:r>
            <a:br>
              <a:rPr lang="id"/>
            </a:br>
            <a:r>
              <a:rPr lang="id"/>
              <a:t>Validate.RegisterValidation(tag, function)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FieldLevel</a:t>
            </a:r>
            <a:endParaRPr/>
          </a:p>
        </p:txBody>
      </p:sp>
      <p:sp>
        <p:nvSpPr>
          <p:cNvPr id="530" name="Google Shape;530;p89"/>
          <p:cNvSpPr txBox="1"/>
          <p:nvPr>
            <p:ph idx="1" type="body"/>
          </p:nvPr>
        </p:nvSpPr>
        <p:spPr>
          <a:xfrm>
            <a:off x="729450" y="2078875"/>
            <a:ext cx="3842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FieldLevel merupakan parameter dari Validation Function yang kita buat</a:t>
            </a:r>
            <a:endParaRPr/>
          </a:p>
          <a:p>
            <a:pPr indent="-311150" lvl="0" marL="457200" rtl="0" algn="l">
              <a:spcBef>
                <a:spcPts val="0"/>
              </a:spcBef>
              <a:spcAft>
                <a:spcPts val="0"/>
              </a:spcAft>
              <a:buSzPts val="1300"/>
              <a:buChar char="●"/>
            </a:pPr>
            <a:r>
              <a:rPr lang="id"/>
              <a:t>FieldLevel berisikan informasi Reflection seperti Field Value, Name dan lain-lain</a:t>
            </a:r>
            <a:endParaRPr/>
          </a:p>
        </p:txBody>
      </p:sp>
      <p:pic>
        <p:nvPicPr>
          <p:cNvPr id="531" name="Google Shape;531;p89"/>
          <p:cNvPicPr preferRelativeResize="0"/>
          <p:nvPr/>
        </p:nvPicPr>
        <p:blipFill>
          <a:blip r:embed="rId3">
            <a:alphaModFix/>
          </a:blip>
          <a:stretch>
            <a:fillRect/>
          </a:stretch>
        </p:blipFill>
        <p:spPr>
          <a:xfrm>
            <a:off x="4724550" y="2006250"/>
            <a:ext cx="4267050" cy="248461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Username Validation Function</a:t>
            </a:r>
            <a:endParaRPr/>
          </a:p>
        </p:txBody>
      </p:sp>
      <p:pic>
        <p:nvPicPr>
          <p:cNvPr id="537" name="Google Shape;537;p90"/>
          <p:cNvPicPr preferRelativeResize="0"/>
          <p:nvPr/>
        </p:nvPicPr>
        <p:blipFill>
          <a:blip r:embed="rId3">
            <a:alphaModFix/>
          </a:blip>
          <a:stretch>
            <a:fillRect/>
          </a:stretch>
        </p:blipFill>
        <p:spPr>
          <a:xfrm>
            <a:off x="152400" y="2006250"/>
            <a:ext cx="8007635" cy="298485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Custom Validation</a:t>
            </a:r>
            <a:endParaRPr/>
          </a:p>
        </p:txBody>
      </p:sp>
      <p:pic>
        <p:nvPicPr>
          <p:cNvPr id="543" name="Google Shape;543;p91"/>
          <p:cNvPicPr preferRelativeResize="0"/>
          <p:nvPr/>
        </p:nvPicPr>
        <p:blipFill>
          <a:blip r:embed="rId3">
            <a:alphaModFix/>
          </a:blip>
          <a:stretch>
            <a:fillRect/>
          </a:stretch>
        </p:blipFill>
        <p:spPr>
          <a:xfrm>
            <a:off x="152400" y="2006250"/>
            <a:ext cx="8839200" cy="2701793"/>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Custom Validation Parameter</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Custom Validation Parameter</a:t>
            </a:r>
            <a:endParaRPr/>
          </a:p>
        </p:txBody>
      </p:sp>
      <p:sp>
        <p:nvSpPr>
          <p:cNvPr id="554" name="Google Shape;554;p9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Baked-in Validation, beberapa validation memiliki parameter, misal min=10</a:t>
            </a:r>
            <a:endParaRPr/>
          </a:p>
          <a:p>
            <a:pPr indent="-311150" lvl="0" marL="457200" rtl="0" algn="l">
              <a:spcBef>
                <a:spcPts val="0"/>
              </a:spcBef>
              <a:spcAft>
                <a:spcPts val="0"/>
              </a:spcAft>
              <a:buSzPts val="1300"/>
              <a:buChar char="●"/>
            </a:pPr>
            <a:r>
              <a:rPr lang="id"/>
              <a:t>Kita juga mengambil informasi nilai parameter nya di FieldLevel.Param()</a:t>
            </a:r>
            <a:endParaRPr/>
          </a:p>
          <a:p>
            <a:pPr indent="-311150" lvl="0" marL="457200" rtl="0" algn="l">
              <a:spcBef>
                <a:spcPts val="0"/>
              </a:spcBef>
              <a:spcAft>
                <a:spcPts val="0"/>
              </a:spcAft>
              <a:buSzPts val="1300"/>
              <a:buChar char="●"/>
            </a:pPr>
            <a:r>
              <a:rPr lang="id"/>
              <a:t>Ini sangat cocok ketika kita membuat Validation yang memang membutuhkan parameter tambahan</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Pin Validation</a:t>
            </a:r>
            <a:endParaRPr/>
          </a:p>
        </p:txBody>
      </p:sp>
      <p:pic>
        <p:nvPicPr>
          <p:cNvPr id="560" name="Google Shape;560;p94"/>
          <p:cNvPicPr preferRelativeResize="0"/>
          <p:nvPr/>
        </p:nvPicPr>
        <p:blipFill>
          <a:blip r:embed="rId3">
            <a:alphaModFix/>
          </a:blip>
          <a:stretch>
            <a:fillRect/>
          </a:stretch>
        </p:blipFill>
        <p:spPr>
          <a:xfrm>
            <a:off x="152400" y="2006250"/>
            <a:ext cx="5697085" cy="29848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Custom Validation Parameter</a:t>
            </a:r>
            <a:endParaRPr/>
          </a:p>
        </p:txBody>
      </p:sp>
      <p:pic>
        <p:nvPicPr>
          <p:cNvPr id="566" name="Google Shape;566;p95"/>
          <p:cNvPicPr preferRelativeResize="0"/>
          <p:nvPr/>
        </p:nvPicPr>
        <p:blipFill>
          <a:blip r:embed="rId3">
            <a:alphaModFix/>
          </a:blip>
          <a:stretch>
            <a:fillRect/>
          </a:stretch>
        </p:blipFill>
        <p:spPr>
          <a:xfrm>
            <a:off x="152400" y="2006250"/>
            <a:ext cx="8839200" cy="25019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9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Or Rule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Or Rule</a:t>
            </a:r>
            <a:endParaRPr/>
          </a:p>
        </p:txBody>
      </p:sp>
      <p:sp>
        <p:nvSpPr>
          <p:cNvPr id="577" name="Google Shape;577;p9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beberapa kasus, kadang kita ingin membuat kondisi OR pada validation</a:t>
            </a:r>
            <a:endParaRPr/>
          </a:p>
          <a:p>
            <a:pPr indent="-311150" lvl="0" marL="457200" rtl="0" algn="l">
              <a:spcBef>
                <a:spcPts val="0"/>
              </a:spcBef>
              <a:spcAft>
                <a:spcPts val="0"/>
              </a:spcAft>
              <a:buSzPts val="1300"/>
              <a:buChar char="●"/>
            </a:pPr>
            <a:r>
              <a:rPr lang="id"/>
              <a:t>Misal sebuah Field boleh email atau nomor telepon misalnya, artinya validasinya tidak bisa email,numeric</a:t>
            </a:r>
            <a:endParaRPr/>
          </a:p>
          <a:p>
            <a:pPr indent="-311150" lvl="0" marL="457200" rtl="0" algn="l">
              <a:spcBef>
                <a:spcPts val="0"/>
              </a:spcBef>
              <a:spcAft>
                <a:spcPts val="0"/>
              </a:spcAft>
              <a:buSzPts val="1300"/>
              <a:buChar char="●"/>
            </a:pPr>
            <a:r>
              <a:rPr lang="id"/>
              <a:t>Karena jika seperti itu, artinya Field wajib Email dan Numeric, sedangkan dua hal itu pasti berbeda</a:t>
            </a:r>
            <a:endParaRPr/>
          </a:p>
          <a:p>
            <a:pPr indent="-311150" lvl="0" marL="457200" rtl="0" algn="l">
              <a:spcBef>
                <a:spcPts val="0"/>
              </a:spcBef>
              <a:spcAft>
                <a:spcPts val="0"/>
              </a:spcAft>
              <a:buSzPts val="1300"/>
              <a:buChar char="●"/>
            </a:pPr>
            <a:r>
              <a:rPr lang="id"/>
              <a:t>Pada kasus ini, kita bisa gunakan | (pipe) sebagai pemisah untuk menandakan bahwa itu adalah OR</a:t>
            </a:r>
            <a:endParaRPr/>
          </a:p>
          <a:p>
            <a:pPr indent="-311150" lvl="0" marL="457200" rtl="0" algn="l">
              <a:spcBef>
                <a:spcPts val="0"/>
              </a:spcBef>
              <a:spcAft>
                <a:spcPts val="0"/>
              </a:spcAft>
              <a:buSzPts val="1300"/>
              <a:buChar char="●"/>
            </a:pPr>
            <a:r>
              <a:rPr lang="id"/>
              <a:t>Secara default, ketika menggunakan , (koma) artinya adalah AND</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Or Rule</a:t>
            </a:r>
            <a:endParaRPr/>
          </a:p>
        </p:txBody>
      </p:sp>
      <p:pic>
        <p:nvPicPr>
          <p:cNvPr id="583" name="Google Shape;583;p98"/>
          <p:cNvPicPr preferRelativeResize="0"/>
          <p:nvPr/>
        </p:nvPicPr>
        <p:blipFill>
          <a:blip r:embed="rId3">
            <a:alphaModFix/>
          </a:blip>
          <a:stretch>
            <a:fillRect/>
          </a:stretch>
        </p:blipFill>
        <p:spPr>
          <a:xfrm>
            <a:off x="152400" y="2006250"/>
            <a:ext cx="8839201" cy="174337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Custom Validation Cross Field</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Custom Validation Cross Field</a:t>
            </a:r>
            <a:endParaRPr/>
          </a:p>
        </p:txBody>
      </p:sp>
      <p:sp>
        <p:nvSpPr>
          <p:cNvPr id="594" name="Google Shape;594;p10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custom validation, parameter FieldLevel juga bisa digunakan untuk mendapatkan value kedua secara langsung dari Struct</a:t>
            </a:r>
            <a:endParaRPr/>
          </a:p>
          <a:p>
            <a:pPr indent="-311150" lvl="0" marL="457200" rtl="0" algn="l">
              <a:spcBef>
                <a:spcPts val="0"/>
              </a:spcBef>
              <a:spcAft>
                <a:spcPts val="0"/>
              </a:spcAft>
              <a:buSzPts val="1300"/>
              <a:buChar char="●"/>
            </a:pPr>
            <a:r>
              <a:rPr lang="id"/>
              <a:t>Kita bisa menggunakan method FieldLevel.GetStructFieldOK2()</a:t>
            </a:r>
            <a:endParaRPr/>
          </a:p>
          <a:p>
            <a:pPr indent="-311150" lvl="0" marL="457200" rtl="0" algn="l">
              <a:spcBef>
                <a:spcPts val="0"/>
              </a:spcBef>
              <a:spcAft>
                <a:spcPts val="0"/>
              </a:spcAft>
              <a:buSzPts val="1300"/>
              <a:buChar char="●"/>
            </a:pPr>
            <a:r>
              <a:rPr lang="id"/>
              <a:t>Method GetStructFieldOK2() secara otomatis akan menggunakan Param sebagai nama Field di Struct nya</a:t>
            </a:r>
            <a:endParaRPr/>
          </a:p>
          <a:p>
            <a:pPr indent="-311150" lvl="0" marL="457200" rtl="0" algn="l">
              <a:spcBef>
                <a:spcPts val="0"/>
              </a:spcBef>
              <a:spcAft>
                <a:spcPts val="0"/>
              </a:spcAft>
              <a:buSzPts val="1300"/>
              <a:buChar char="●"/>
            </a:pPr>
            <a:r>
              <a:rPr lang="id"/>
              <a:t>Misal ketika kita gunakan tag xxx=Yyy, maka GetStructFieldOK2() akan mengembalikan Field Yyy didalam Struct nya</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Equals Ignore Case Function</a:t>
            </a:r>
            <a:endParaRPr/>
          </a:p>
        </p:txBody>
      </p:sp>
      <p:pic>
        <p:nvPicPr>
          <p:cNvPr id="600" name="Google Shape;600;p101"/>
          <p:cNvPicPr preferRelativeResize="0"/>
          <p:nvPr/>
        </p:nvPicPr>
        <p:blipFill>
          <a:blip r:embed="rId3">
            <a:alphaModFix/>
          </a:blip>
          <a:stretch>
            <a:fillRect/>
          </a:stretch>
        </p:blipFill>
        <p:spPr>
          <a:xfrm>
            <a:off x="152400" y="2006250"/>
            <a:ext cx="8783984" cy="298484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Cross Field Validation</a:t>
            </a:r>
            <a:endParaRPr/>
          </a:p>
        </p:txBody>
      </p:sp>
      <p:pic>
        <p:nvPicPr>
          <p:cNvPr id="606" name="Google Shape;606;p102"/>
          <p:cNvPicPr preferRelativeResize="0"/>
          <p:nvPr/>
        </p:nvPicPr>
        <p:blipFill>
          <a:blip r:embed="rId3">
            <a:alphaModFix/>
          </a:blip>
          <a:stretch>
            <a:fillRect/>
          </a:stretch>
        </p:blipFill>
        <p:spPr>
          <a:xfrm>
            <a:off x="152400" y="2006250"/>
            <a:ext cx="8839197" cy="2531317"/>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10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Level Validation</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Level Validation</a:t>
            </a:r>
            <a:endParaRPr/>
          </a:p>
        </p:txBody>
      </p:sp>
      <p:sp>
        <p:nvSpPr>
          <p:cNvPr id="617" name="Google Shape;617;p10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untuk melakukan validasi butuh kombinasi lebih dari dua field</a:t>
            </a:r>
            <a:endParaRPr/>
          </a:p>
          <a:p>
            <a:pPr indent="-311150" lvl="0" marL="457200" rtl="0" algn="l">
              <a:spcBef>
                <a:spcPts val="0"/>
              </a:spcBef>
              <a:spcAft>
                <a:spcPts val="0"/>
              </a:spcAft>
              <a:buSzPts val="1300"/>
              <a:buChar char="●"/>
            </a:pPr>
            <a:r>
              <a:rPr lang="id"/>
              <a:t>Sampai saat ini, kita hanya membuat validasi untuk single field, atau cross field</a:t>
            </a:r>
            <a:endParaRPr/>
          </a:p>
          <a:p>
            <a:pPr indent="-311150" lvl="0" marL="457200" rtl="0" algn="l">
              <a:spcBef>
                <a:spcPts val="0"/>
              </a:spcBef>
              <a:spcAft>
                <a:spcPts val="0"/>
              </a:spcAft>
              <a:buSzPts val="1300"/>
              <a:buChar char="●"/>
            </a:pPr>
            <a:r>
              <a:rPr lang="id"/>
              <a:t>Validator Package mendukung pembuatan validasi di level Struct, namun kita perlu membuat validation function menggunakan parameter StructLevel</a:t>
            </a:r>
            <a:endParaRPr/>
          </a:p>
          <a:p>
            <a:pPr indent="-311150" lvl="0" marL="457200" rtl="0" algn="l">
              <a:spcBef>
                <a:spcPts val="0"/>
              </a:spcBef>
              <a:spcAft>
                <a:spcPts val="0"/>
              </a:spcAft>
              <a:buSzPts val="1300"/>
              <a:buChar char="●"/>
            </a:pPr>
            <a:r>
              <a:rPr lang="id"/>
              <a:t>Kita bisa meregistrasikan validation nya menggunakan method Validate.RegisterStructValidation()</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1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a:t>
            </a:r>
            <a:endParaRPr/>
          </a:p>
        </p:txBody>
      </p:sp>
      <p:pic>
        <p:nvPicPr>
          <p:cNvPr id="623" name="Google Shape;623;p105"/>
          <p:cNvPicPr preferRelativeResize="0"/>
          <p:nvPr/>
        </p:nvPicPr>
        <p:blipFill>
          <a:blip r:embed="rId3">
            <a:alphaModFix/>
          </a:blip>
          <a:stretch>
            <a:fillRect/>
          </a:stretch>
        </p:blipFill>
        <p:spPr>
          <a:xfrm>
            <a:off x="152400" y="2006250"/>
            <a:ext cx="8839202" cy="246873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Custom Struct Validation</a:t>
            </a:r>
            <a:endParaRPr/>
          </a:p>
        </p:txBody>
      </p:sp>
      <p:pic>
        <p:nvPicPr>
          <p:cNvPr id="629" name="Google Shape;629;p106"/>
          <p:cNvPicPr preferRelativeResize="0"/>
          <p:nvPr/>
        </p:nvPicPr>
        <p:blipFill>
          <a:blip r:embed="rId3">
            <a:alphaModFix/>
          </a:blip>
          <a:stretch>
            <a:fillRect/>
          </a:stretch>
        </p:blipFill>
        <p:spPr>
          <a:xfrm>
            <a:off x="152400" y="2006250"/>
            <a:ext cx="8839199" cy="2349661"/>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 Validation</a:t>
            </a:r>
            <a:endParaRPr/>
          </a:p>
        </p:txBody>
      </p:sp>
      <p:pic>
        <p:nvPicPr>
          <p:cNvPr id="635" name="Google Shape;635;p107"/>
          <p:cNvPicPr preferRelativeResize="0"/>
          <p:nvPr/>
        </p:nvPicPr>
        <p:blipFill>
          <a:blip r:embed="rId3">
            <a:alphaModFix/>
          </a:blip>
          <a:stretch>
            <a:fillRect/>
          </a:stretch>
        </p:blipFill>
        <p:spPr>
          <a:xfrm>
            <a:off x="152400" y="2006250"/>
            <a:ext cx="7661413" cy="2984851"/>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0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646" name="Google Shape;646;p10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Belajar Framework dan Library Go-Lang</a:t>
            </a:r>
            <a:endParaRPr/>
          </a:p>
          <a:p>
            <a:pPr indent="-311150" lvl="0" marL="457200" rtl="0" algn="l">
              <a:spcBef>
                <a:spcPts val="0"/>
              </a:spcBef>
              <a:spcAft>
                <a:spcPts val="0"/>
              </a:spcAft>
              <a:buSzPts val="1300"/>
              <a:buChar char="●"/>
            </a:pPr>
            <a:r>
              <a:rPr lang="id"/>
              <a:t>Studi Kasus Membuat Aplikasi menggunakan Go-Lang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