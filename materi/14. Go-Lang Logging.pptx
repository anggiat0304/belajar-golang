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</p:sldIdLst>
  <p:sldSz cy="5143500" cx="9144000"/>
  <p:notesSz cx="6858000" cy="9144000"/>
  <p:embeddedFontLst>
    <p:embeddedFont>
      <p:font typeface="Raleway"/>
      <p:regular r:id="rId56"/>
      <p:bold r:id="rId57"/>
      <p:italic r:id="rId58"/>
      <p:boldItalic r:id="rId59"/>
    </p:embeddedFont>
    <p:embeddedFont>
      <p:font typeface="Lato"/>
      <p:regular r:id="rId60"/>
      <p:bold r:id="rId61"/>
      <p:italic r:id="rId62"/>
      <p:boldItalic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7CEB99D-4439-4693-9E29-1118D2D58AE6}">
  <a:tblStyle styleId="{27CEB99D-4439-4693-9E29-1118D2D58AE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font" Target="fonts/Lato-italic.fntdata"/><Relationship Id="rId61" Type="http://schemas.openxmlformats.org/officeDocument/2006/relationships/font" Target="fonts/Lato-bold.fntdata"/><Relationship Id="rId20" Type="http://schemas.openxmlformats.org/officeDocument/2006/relationships/slide" Target="slides/slide13.xml"/><Relationship Id="rId63" Type="http://schemas.openxmlformats.org/officeDocument/2006/relationships/font" Target="fonts/Lato-boldItalic.fntdata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60" Type="http://schemas.openxmlformats.org/officeDocument/2006/relationships/font" Target="fonts/Lato-regular.fntdata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font" Target="fonts/Raleway-bold.fntdata"/><Relationship Id="rId12" Type="http://schemas.openxmlformats.org/officeDocument/2006/relationships/slide" Target="slides/slide5.xml"/><Relationship Id="rId56" Type="http://schemas.openxmlformats.org/officeDocument/2006/relationships/font" Target="fonts/Raleway-regular.fntdata"/><Relationship Id="rId15" Type="http://schemas.openxmlformats.org/officeDocument/2006/relationships/slide" Target="slides/slide8.xml"/><Relationship Id="rId59" Type="http://schemas.openxmlformats.org/officeDocument/2006/relationships/font" Target="fonts/Raleway-boldItalic.fntdata"/><Relationship Id="rId14" Type="http://schemas.openxmlformats.org/officeDocument/2006/relationships/slide" Target="slides/slide7.xml"/><Relationship Id="rId58" Type="http://schemas.openxmlformats.org/officeDocument/2006/relationships/font" Target="fonts/Raleway-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0daea00445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0daea00445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0daea00445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10daea00445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0daea00445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10daea00445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090af3e0f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1090af3e0f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0daea00445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10daea00445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0daea00445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0daea00445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0daea00445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10daea00445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10daea00445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10daea00445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0daea00445_0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10daea00445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0daea00445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10daea00445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0daea00445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10daea00445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0daea00445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0daea00445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0daea00445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10daea00445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10daea00445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10daea00445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0daea00445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10daea00445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10daea00445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10daea00445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10daea00445_0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10daea00445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0daea00445_0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10daea00445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10daea00445_0_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10daea00445_0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10daea00445_0_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10daea00445_0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0daea00445_0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10daea00445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0daea00445_0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10daea00445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10daea00445_0_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10daea00445_0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10daea00445_0_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10daea00445_0_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daea00445_0_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daea00445_0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0daea00445_0_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10daea00445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10daea00445_0_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10daea00445_0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10daea00445_0_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10daea00445_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0daea00445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10daea00445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10daea00445_0_4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10daea00445_0_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10daea00445_0_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10daea00445_0_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10daea00445_0_5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10daea00445_0_5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10daea00445_0_5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10daea00445_0_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10daea00445_0_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10daea00445_0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10daea00445_0_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10daea00445_0_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10daea00445_0_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10daea00445_0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10daea00445_0_5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10daea00445_0_5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10daea00445_0_5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10daea00445_0_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10daea00445_0_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10daea00445_0_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10daea00445_0_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10daea00445_0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1090af3e0f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1090af3e0f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1090af3e0f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1090af3e0f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10daea00445_0_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10daea00445_0_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1090af3e0f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1090af3e0f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1090af3e0f9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1090af3e0f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10daea00445_0_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10daea00445_0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10daea00445_0_4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10daea00445_0_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" name="Google Shape;88;p1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89" name="Google Shape;89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" name="Google Shape;91;p14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3" name="Google Shape;93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1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96" name="Google Shape;96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" name="Google Shape;102;p1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03" name="Google Shape;103;p1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" name="Google Shape;105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0" name="Google Shape;110;p1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11" name="Google Shape;111;p1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" name="Google Shape;113;p1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5" name="Google Shape;115;p17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6" name="Google Shape;116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9" name="Google Shape;119;p1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0" name="Google Shape;120;p1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1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3" name="Google Shape;123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6" name="Google Shape;126;p1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7" name="Google Shape;127;p1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" name="Google Shape;129;p19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0" name="Google Shape;130;p19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1" name="Google Shape;131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2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34" name="Google Shape;134;p2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" name="Google Shape;136;p20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0" name="Google Shape;140;p2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41" name="Google Shape;141;p2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" name="Google Shape;143;p21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4" name="Google Shape;144;p21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45" name="Google Shape;145;p21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6" name="Google Shape;146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9" name="Google Shape;149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23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52" name="Google Shape;152;p2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4" name="Google Shape;154;p23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5" name="Google Shape;155;p23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t.me/khannedy" TargetMode="External"/><Relationship Id="rId4" Type="http://schemas.openxmlformats.org/officeDocument/2006/relationships/hyperlink" Target="https://facebook.com/ProgrammerZamanNow" TargetMode="External"/><Relationship Id="rId5" Type="http://schemas.openxmlformats.org/officeDocument/2006/relationships/hyperlink" Target="https://www.instagram.com/programmerzamannow" TargetMode="External"/><Relationship Id="rId6" Type="http://schemas.openxmlformats.org/officeDocument/2006/relationships/hyperlink" Target="https://www.youtube.com/c/ProgrammerZamanNow" TargetMode="External"/><Relationship Id="rId7" Type="http://schemas.openxmlformats.org/officeDocument/2006/relationships/hyperlink" Target="https://t.me/ProgrammerZamanNow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github.com/sirupsen/logrus" TargetMode="External"/><Relationship Id="rId4" Type="http://schemas.openxmlformats.org/officeDocument/2006/relationships/hyperlink" Target="https://github.com/uber-go/zap" TargetMode="External"/><Relationship Id="rId5" Type="http://schemas.openxmlformats.org/officeDocument/2006/relationships/hyperlink" Target="https://github.com/rs/zerolog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ithub.com/sirupsen/logrus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github.com/sirupsen/logrus/blob/master/entry.go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Go-Lang Logging</a:t>
            </a:r>
            <a:endParaRPr/>
          </a:p>
        </p:txBody>
      </p:sp>
      <p:sp>
        <p:nvSpPr>
          <p:cNvPr id="164" name="Google Shape;164;p25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Eko Kurniawan Khannedy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6"/>
          <p:cNvPicPr preferRelativeResize="0"/>
          <p:nvPr/>
        </p:nvPicPr>
        <p:blipFill rotWithShape="1">
          <a:blip r:embed="rId3">
            <a:alphaModFix/>
          </a:blip>
          <a:srcRect b="0" l="0" r="0" t="23717"/>
          <a:stretch/>
        </p:blipFill>
        <p:spPr>
          <a:xfrm>
            <a:off x="1800" y="487410"/>
            <a:ext cx="9144003" cy="465609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rgbClr val="FFFFFF"/>
                </a:solidFill>
              </a:rPr>
              <a:t>Eko Kurniawan Khannedy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71" name="Google Shape;171;p26"/>
          <p:cNvSpPr txBox="1"/>
          <p:nvPr>
            <p:ph idx="1" type="body"/>
          </p:nvPr>
        </p:nvSpPr>
        <p:spPr>
          <a:xfrm>
            <a:off x="729450" y="2078875"/>
            <a:ext cx="5366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Technical architect at one of the biggest ecommerce company in Indonesia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10+ years experiences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www.programmerzamannow.com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youtube.com/c/ProgrammerZamanNow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Eko Kurniawan Khannedy</a:t>
            </a:r>
            <a:endParaRPr/>
          </a:p>
        </p:txBody>
      </p:sp>
      <p:sp>
        <p:nvSpPr>
          <p:cNvPr id="177" name="Google Shape;177;p2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Telegram : </a:t>
            </a:r>
            <a:r>
              <a:rPr lang="id" u="sng">
                <a:solidFill>
                  <a:schemeClr val="hlink"/>
                </a:solidFill>
                <a:hlinkClick r:id="rId3"/>
              </a:rPr>
              <a:t>@khannedy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Facebook : </a:t>
            </a:r>
            <a:r>
              <a:rPr lang="id" u="sng">
                <a:solidFill>
                  <a:schemeClr val="hlink"/>
                </a:solidFill>
                <a:hlinkClick r:id="rId4"/>
              </a:rPr>
              <a:t>fb.com/ProgrammerZamanNow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Instagram : </a:t>
            </a:r>
            <a:r>
              <a:rPr lang="id" u="sng">
                <a:solidFill>
                  <a:schemeClr val="hlink"/>
                </a:solidFill>
                <a:hlinkClick r:id="rId5"/>
              </a:rPr>
              <a:t>instagram.com/programmerzamannow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Youtube : </a:t>
            </a:r>
            <a:r>
              <a:rPr lang="id" u="sng">
                <a:solidFill>
                  <a:schemeClr val="hlink"/>
                </a:solidFill>
                <a:hlinkClick r:id="rId6"/>
              </a:rPr>
              <a:t>youtube.com/c/ProgrammerZamanNow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Telegram Channel : </a:t>
            </a:r>
            <a:r>
              <a:rPr lang="id" u="sng">
                <a:solidFill>
                  <a:schemeClr val="hlink"/>
                </a:solidFill>
                <a:hlinkClick r:id="rId7"/>
              </a:rPr>
              <a:t>t.me/ProgrammerZamanNow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Email : echo.khannedy@gmail.com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Sebelum Belajar</a:t>
            </a:r>
            <a:endParaRPr/>
          </a:p>
        </p:txBody>
      </p:sp>
      <p:sp>
        <p:nvSpPr>
          <p:cNvPr id="183" name="Google Shape;183;p2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Dasar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Modules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Unit Test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Agenda</a:t>
            </a:r>
            <a:endParaRPr/>
          </a:p>
        </p:txBody>
      </p:sp>
      <p:sp>
        <p:nvSpPr>
          <p:cNvPr id="189" name="Google Shape;189;p2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Pengenalan Logging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Logging Library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Logger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Level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Output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Formatter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Dan Lain-Lain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Pengenalan Logging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Pengenalan Logging</a:t>
            </a:r>
            <a:endParaRPr/>
          </a:p>
        </p:txBody>
      </p:sp>
      <p:sp>
        <p:nvSpPr>
          <p:cNvPr id="200" name="Google Shape;200;p3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Log file adalah file yang berisikan informasi kejadian dari sebuah sistem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Biasanya dalam log file, terdapat informasi waktu kejadian dan pesan kejadian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Logging adalah aksi menambah informasi log ke log file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Logging sudah menjadi standar industri untuk menampilkan informasi yang terjadi di aplikasi yang kita buat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Logging bukan hanya untuk menampilkan informasi, kadang digunakan untuk proses debugging ketika terjadi masalah di aplikasi kita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Diagram Logging</a:t>
            </a:r>
            <a:endParaRPr/>
          </a:p>
        </p:txBody>
      </p:sp>
      <p:pic>
        <p:nvPicPr>
          <p:cNvPr id="206" name="Google Shape;20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9888" y="2006250"/>
            <a:ext cx="7024230" cy="298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Ekosistem Logging</a:t>
            </a:r>
            <a:endParaRPr/>
          </a:p>
        </p:txBody>
      </p:sp>
      <p:pic>
        <p:nvPicPr>
          <p:cNvPr id="212" name="Google Shape;21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6600" y="2006250"/>
            <a:ext cx="6930811" cy="298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Logging Library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Go-Lang</a:t>
            </a:r>
            <a:r>
              <a:rPr lang="id"/>
              <a:t> Logging</a:t>
            </a:r>
            <a:endParaRPr/>
          </a:p>
        </p:txBody>
      </p:sp>
      <p:sp>
        <p:nvSpPr>
          <p:cNvPr id="223" name="Google Shape;223;p3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Menggunakan Go-Lang sebenarnya kita bisa package log untuk melakukan logging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Hanya saja karena fiturnya terbatas, o</a:t>
            </a:r>
            <a:r>
              <a:rPr lang="id"/>
              <a:t>leh karena itu kebanyakan programmer tidak menggunakannya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Pada kelas ini kita tidak akan menggunakan package log di Go-Lang untuk belajar Logging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Logging Library</a:t>
            </a:r>
            <a:endParaRPr/>
          </a:p>
        </p:txBody>
      </p:sp>
      <p:sp>
        <p:nvSpPr>
          <p:cNvPr id="229" name="Google Shape;229;p3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B</a:t>
            </a:r>
            <a:r>
              <a:rPr lang="id"/>
              <a:t>anyak sekali library yang bisa kita gunakan untuk logging di Go-Lang, seperti :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Logrus : </a:t>
            </a:r>
            <a:r>
              <a:rPr lang="id" u="sng">
                <a:solidFill>
                  <a:schemeClr val="hlink"/>
                </a:solidFill>
                <a:hlinkClick r:id="rId3"/>
              </a:rPr>
              <a:t>https://github.com/sirupsen/logrus</a:t>
            </a:r>
            <a:r>
              <a:rPr lang="id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Zap : </a:t>
            </a:r>
            <a:r>
              <a:rPr lang="id" u="sng">
                <a:solidFill>
                  <a:schemeClr val="hlink"/>
                </a:solidFill>
                <a:hlinkClick r:id="rId4"/>
              </a:rPr>
              <a:t>https://github.com/uber-go/zap</a:t>
            </a:r>
            <a:r>
              <a:rPr lang="id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Zerolog : </a:t>
            </a:r>
            <a:r>
              <a:rPr lang="id" u="sng">
                <a:solidFill>
                  <a:schemeClr val="hlink"/>
                </a:solidFill>
                <a:hlinkClick r:id="rId5"/>
              </a:rPr>
              <a:t>https://github.com/rs/zerolog</a:t>
            </a:r>
            <a:r>
              <a:rPr lang="id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Dan masih banyak yang lainnya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Logrus</a:t>
            </a:r>
            <a:endParaRPr/>
          </a:p>
        </p:txBody>
      </p:sp>
      <p:sp>
        <p:nvSpPr>
          <p:cNvPr id="235" name="Google Shape;235;p3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Pada kelas ini kita akan menggunakan Logrus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Logrus adalah library logging untuk Go-Lang yang saat ini paling populer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https://github.com/sirupsen/logrus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Membuat Project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Membuat Project</a:t>
            </a:r>
            <a:endParaRPr/>
          </a:p>
        </p:txBody>
      </p:sp>
      <p:sp>
        <p:nvSpPr>
          <p:cNvPr id="246" name="Google Shape;246;p3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 mod init belajar-golang-logging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Menambah Dependency</a:t>
            </a:r>
            <a:endParaRPr/>
          </a:p>
        </p:txBody>
      </p:sp>
      <p:sp>
        <p:nvSpPr>
          <p:cNvPr id="252" name="Google Shape;252;p4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 get github.com/sirupsen/logrus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Logger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Logger</a:t>
            </a:r>
            <a:endParaRPr/>
          </a:p>
        </p:txBody>
      </p:sp>
      <p:sp>
        <p:nvSpPr>
          <p:cNvPr id="263" name="Google Shape;263;p4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Logger adalah struct utama pada Logrus untuk melakukan logging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membuat Logger, kita bisa menggunakan function New() pada package logrus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Dan hasil dari function New() adalah sebuah pointer Logger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Logger</a:t>
            </a:r>
            <a:endParaRPr/>
          </a:p>
        </p:txBody>
      </p:sp>
      <p:pic>
        <p:nvPicPr>
          <p:cNvPr id="269" name="Google Shape;26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425466" cy="298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Level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Level</a:t>
            </a:r>
            <a:endParaRPr/>
          </a:p>
        </p:txBody>
      </p:sp>
      <p:sp>
        <p:nvSpPr>
          <p:cNvPr id="280" name="Google Shape;280;p4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Dalam Logging, hal yang paling penting adalah Level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Level adah penentuan prioritas atau jenis dari sebuah kejadian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Level itu dimulai dari level terendah sampai level tertinggi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Logrus mendukung banyak sekali level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5" name="Google Shape;285;p46"/>
          <p:cNvGraphicFramePr/>
          <p:nvPr/>
        </p:nvGraphicFramePr>
        <p:xfrm>
          <a:off x="952500" y="1448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{27CEB99D-4439-4693-9E29-1118D2D58AE6}</a:tableStyleId>
              </a:tblPr>
              <a:tblGrid>
                <a:gridCol w="1244900"/>
                <a:gridCol w="1696650"/>
                <a:gridCol w="42974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Level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Function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Keterangan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Trace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logger.Trace()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Debug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logger.Debug()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Info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logger.Info()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Warn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logger.Warn()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Error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logger.Error()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Fatal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logger.Fatal()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Memanggil os.Exit(1) setelah logging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Panic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logger.Panic()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Memanggil panic() setelah logging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Logging</a:t>
            </a:r>
            <a:endParaRPr/>
          </a:p>
        </p:txBody>
      </p:sp>
      <p:pic>
        <p:nvPicPr>
          <p:cNvPr id="291" name="Google Shape;291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415269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Logging Level</a:t>
            </a:r>
            <a:endParaRPr/>
          </a:p>
        </p:txBody>
      </p:sp>
      <p:sp>
        <p:nvSpPr>
          <p:cNvPr id="297" name="Google Shape;297;p4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Kenapa Trace dan Debug tidak keluar di console?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Karena secara default, Logging Level yang digunakan adalah Info, artinya hanya prioritas Info keatas yang di log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mengubah Logging Level, kita bisa gunakan logger.SetLevel()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Logging Level</a:t>
            </a:r>
            <a:endParaRPr/>
          </a:p>
        </p:txBody>
      </p:sp>
      <p:pic>
        <p:nvPicPr>
          <p:cNvPr id="303" name="Google Shape;30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1" cy="2794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Output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Output</a:t>
            </a:r>
            <a:endParaRPr/>
          </a:p>
        </p:txBody>
      </p:sp>
      <p:sp>
        <p:nvSpPr>
          <p:cNvPr id="314" name="Google Shape;314;p5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Secara default, output tujuan log yang kita kirim via Logrus adalah ke Console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Kadang kita butuh mengubah output tujuan log, misal ke File atau Database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Output Logger adalah io.Writer, jadi kita bisa menggunakan io.Writer dari Go-Lang atau bisa membuat sendiri mengikuti kontrak io.Writer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Output</a:t>
            </a:r>
            <a:endParaRPr/>
          </a:p>
        </p:txBody>
      </p:sp>
      <p:pic>
        <p:nvPicPr>
          <p:cNvPr id="320" name="Google Shape;32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198" cy="2350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Formatter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Formatter</a:t>
            </a:r>
            <a:endParaRPr/>
          </a:p>
        </p:txBody>
      </p:sp>
      <p:sp>
        <p:nvSpPr>
          <p:cNvPr id="331" name="Google Shape;331;p5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Logger mengirim data ke Output, log yang kita kirim akan diformat menggunakan object Formatter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Logrus secara default memiliki dua formatter :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TextFormatter, yang secara default digunakan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JSONFormatter, yang bisa digunakan untuk memformat pesan log menjadi data JSON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mengubah formatter, kita bisa gunakan function logger.SetFormatter()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Formatter</a:t>
            </a:r>
            <a:endParaRPr/>
          </a:p>
        </p:txBody>
      </p:sp>
      <p:pic>
        <p:nvPicPr>
          <p:cNvPr id="337" name="Google Shape;337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198" cy="2228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Field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Field</a:t>
            </a:r>
            <a:endParaRPr/>
          </a:p>
        </p:txBody>
      </p:sp>
      <p:sp>
        <p:nvSpPr>
          <p:cNvPr id="348" name="Google Shape;348;p5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kita mengirim informasi log, kadang kita ingin menyisipkan sesuatu pada log tersebut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Misal saja, kita ingin menyisipkan informasi siapa yang login di log nya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Cara manual kita bisa menambahkan informasi di message nya, tapi Logrus menyediakan cara yang lebih baik, yaitu menggunakan fitur Field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Dengan fitur Field, kita bisa menambahkan Field tambahan di informasi Log yang kita kirim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Sebelum melakukan logging, kita bisa gunakan function logger.WithField() untuk menambahkan Field yang kita inginkan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Field</a:t>
            </a:r>
            <a:endParaRPr/>
          </a:p>
        </p:txBody>
      </p:sp>
      <p:pic>
        <p:nvPicPr>
          <p:cNvPr id="354" name="Google Shape;35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4" cy="27823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Fields</a:t>
            </a:r>
            <a:endParaRPr/>
          </a:p>
        </p:txBody>
      </p:sp>
      <p:sp>
        <p:nvSpPr>
          <p:cNvPr id="360" name="Google Shape;360;p5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Atau, kita juga bisa langsung memasukkan beberapa Field dengan menggunakan Fields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Fields adalah alias untuk map[string]interface{}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Caranya kita bisa menggunakan function logger.WithFields()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6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Fields</a:t>
            </a:r>
            <a:endParaRPr/>
          </a:p>
        </p:txBody>
      </p:sp>
      <p:pic>
        <p:nvPicPr>
          <p:cNvPr id="366" name="Google Shape;366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651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Entry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Entry</a:t>
            </a:r>
            <a:endParaRPr/>
          </a:p>
        </p:txBody>
      </p:sp>
      <p:sp>
        <p:nvSpPr>
          <p:cNvPr id="377" name="Google Shape;377;p6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Entry adalah sebuah Struct representasi dari log yang kita kirim menggunakan Logrus Logger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Setiap log yang kita kirim, maka akan dibuatkan object Entry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Contohnya ketika kita membuat Formatter sendiri, maka parameter yang kita dapat untuk melakukan formatting bukanlah string message, melainkan object Entry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https://github.com/sirupsen/logrus/blob/master/entry.go</a:t>
            </a:r>
            <a:r>
              <a:rPr lang="id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membuat entry, kita bisa menggunakan function logrus.NewEntry()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Entry</a:t>
            </a:r>
            <a:endParaRPr/>
          </a:p>
        </p:txBody>
      </p:sp>
      <p:pic>
        <p:nvPicPr>
          <p:cNvPr id="383" name="Google Shape;383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4840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Hook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Hook</a:t>
            </a:r>
            <a:endParaRPr/>
          </a:p>
        </p:txBody>
      </p:sp>
      <p:sp>
        <p:nvSpPr>
          <p:cNvPr id="394" name="Google Shape;394;p6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Hook adalah sebuah Struct yang bisa kita tambahkan ke Logger sebagai callback yang akan dieksekusi ketika terdapat kejadian log untuk level tertentu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Contohnya misal, ketika ada log error, kita ingin mengirim notifikasi via chat ke programmer, dan lain-lain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Kita bisa menambah Hook ke Logger dengan menggunakan function logger.AddHook()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Dan kita juga bisa menambahkan lebih dari satu Hook ke Logger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6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Membuat Hook</a:t>
            </a:r>
            <a:endParaRPr/>
          </a:p>
        </p:txBody>
      </p:sp>
      <p:pic>
        <p:nvPicPr>
          <p:cNvPr id="400" name="Google Shape;400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775459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6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Hook</a:t>
            </a:r>
            <a:endParaRPr/>
          </a:p>
        </p:txBody>
      </p:sp>
      <p:pic>
        <p:nvPicPr>
          <p:cNvPr id="406" name="Google Shape;406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199" cy="27573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6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Singleton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6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Singleton</a:t>
            </a:r>
            <a:endParaRPr/>
          </a:p>
        </p:txBody>
      </p:sp>
      <p:sp>
        <p:nvSpPr>
          <p:cNvPr id="417" name="Google Shape;417;p6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Logrus sendiri memiliki singleton object untuk Logger, sehingga kita tidak perlu membuat object Logger sendiri sebenarnya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Namun artinya, jika kita ubah data Logger singleton tersebut, maka secara otomatis yang menggunakan Logger tersebut akan berubah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Secara default, Logger singleton yang ada di logrus menggunakan TextFormatter dan Info Level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Cara menggunakan Logger singleton ini, kita bisa langsung menggunakan package logrus nya saja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7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Logrus Singleton</a:t>
            </a:r>
            <a:endParaRPr/>
          </a:p>
        </p:txBody>
      </p:sp>
      <p:pic>
        <p:nvPicPr>
          <p:cNvPr id="423" name="Google Shape;423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2" cy="28469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7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Materi Selanjutnya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7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Materi Selanjutnya</a:t>
            </a:r>
            <a:endParaRPr/>
          </a:p>
        </p:txBody>
      </p:sp>
      <p:sp>
        <p:nvSpPr>
          <p:cNvPr id="434" name="Google Shape;434;p7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Belajar Framework dan Library Go-Lang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Studi Kasus Membuat Aplikasi menggunakan Go-Lang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