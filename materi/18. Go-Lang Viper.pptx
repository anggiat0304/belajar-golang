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Raleway-regular.fntdata"/><Relationship Id="rId41" Type="http://schemas.openxmlformats.org/officeDocument/2006/relationships/slide" Target="slides/slide35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Lato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8c0111f79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8c0111f79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8c0111f790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8c0111f79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c0111f79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c0111f79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8c0111f790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8c0111f790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8c0111f790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8c0111f790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c0111f790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8c0111f790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8c0111f790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8c0111f790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c0111f790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8c0111f790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8c0111f790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8c0111f790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8c0111f790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8c0111f790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8c0111f790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8c0111f790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8c0111f790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8c0111f790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8c0111f790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8c0111f790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8c0111f790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8c0111f790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c0111f790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8c0111f79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8c0111f790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8c0111f790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8c0111f790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8c0111f790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8c0111f790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8c0111f790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8c0111f790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8c0111f790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8c0111f790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8c0111f790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8c0111f790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8c0111f790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8c0111f790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8c0111f790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c0111f790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8c0111f790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8c0111f790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8c0111f790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8c0111f790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8c0111f790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8c0111f790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8c0111f790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8c0111f790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8c0111f790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8c0111f790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8c0111f790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8c0111f790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8c0111f790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8c0111f790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8c0111f790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8c0111f790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8c0111f790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8c0111f790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8c0111f790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8c0111f790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8c0111f790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8c0111f79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8c0111f79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www.linkedin.com/company/programmer-zaman-now/" TargetMode="External"/><Relationship Id="rId9" Type="http://schemas.openxmlformats.org/officeDocument/2006/relationships/hyperlink" Target="https://tiktok.com/@programmerzamannow" TargetMode="External"/><Relationship Id="rId5" Type="http://schemas.openxmlformats.org/officeDocument/2006/relationships/hyperlink" Target="https://facebook.com/ProgrammerZamanNow" TargetMode="External"/><Relationship Id="rId6" Type="http://schemas.openxmlformats.org/officeDocument/2006/relationships/hyperlink" Target="https://www.instagram.com/programmerzamannow" TargetMode="External"/><Relationship Id="rId7" Type="http://schemas.openxmlformats.org/officeDocument/2006/relationships/hyperlink" Target="https://www.youtube.com/c/ProgrammerZamanNow" TargetMode="External"/><Relationship Id="rId8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spf13/viper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ithub.com/spf13/viper#consul" TargetMode="External"/><Relationship Id="rId4" Type="http://schemas.openxmlformats.org/officeDocument/2006/relationships/hyperlink" Target="https://github.com/spf13/viper#etcd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Viper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12+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Linkedin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https://www.linkedin.com/company/programmer-zaman-now/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5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6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7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8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Tiktok : </a:t>
            </a:r>
            <a:r>
              <a:rPr lang="id" u="sng">
                <a:solidFill>
                  <a:schemeClr val="hlink"/>
                </a:solidFill>
                <a:hlinkClick r:id="rId9"/>
              </a:rPr>
              <a:t>https://tiktok.com/@programmerzamannow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Dasar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Golang Viper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Application Configuration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Setiap kita membuat aplikasi, pasti kita tidak akan meng-hardcode konfigurasi aplikasi di kode program kita. Misal konfigurasi koneksi ke database, atau yang sejenisnya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dikarenakan, tiap tempat untuk menjalankan aplikasi yang kita buat mungkin akan berbeda konfigurasi nya, misal di komputer kita, di server atau di komputer orang 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Artinya, aplikasi yang kita buat, perlu memiliki kemampuan untuk mengambil data konfigurasi dari luar aplikasi, agar isi konfigurasi bisa diubah-ubah secara dinamis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Golang Viper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Viper adalah salah satu Library untuk Golang yang populer untuk melakukan manajemen konfigurasi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Viper mendukung banyak jenis file konfigurasi, seperti JSON, YAML, env file, properties,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https://github.com/spf13/viper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Buat folder belajar-golang-viper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 mod init belajar-golang-viper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Menambahkan Viper</a:t>
            </a:r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 get github.com/spf13/viper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Menambahkan Testify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 get github.com/stretchr/testify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Viper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Viper</a:t>
            </a:r>
            <a:endParaRPr/>
          </a:p>
        </p:txBody>
      </p:sp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Viper, caranya cukup mudah, kita bisa menggunakan function viper.New()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Seteleh membuat Viper, kita bisa menentukan dari mana kita akan mengambil konfigurasi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Membuat Viper</a:t>
            </a:r>
            <a:endParaRPr/>
          </a:p>
        </p:txBody>
      </p:sp>
      <p:pic>
        <p:nvPicPr>
          <p:cNvPr id="240" name="Google Shape;2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1915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JSON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JSON</a:t>
            </a:r>
            <a:endParaRPr/>
          </a:p>
        </p:txBody>
      </p:sp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Viper bisa digunakan untuk membaca konfigurasi dari file JSON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coba membuat file JSON, lalu membaca isi konfigurasinya menggunakan Viper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Config JSON</a:t>
            </a:r>
            <a:endParaRPr/>
          </a:p>
        </p:txBody>
      </p:sp>
      <p:pic>
        <p:nvPicPr>
          <p:cNvPr id="257" name="Google Shape;2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419214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Membaca JSON</a:t>
            </a:r>
            <a:endParaRPr/>
          </a:p>
        </p:txBody>
      </p:sp>
      <p:pic>
        <p:nvPicPr>
          <p:cNvPr id="263" name="Google Shape;26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745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Mengambil Value</a:t>
            </a:r>
            <a:endParaRPr/>
          </a:p>
        </p:txBody>
      </p:sp>
      <p:sp>
        <p:nvSpPr>
          <p:cNvPr id="269" name="Google Shape;269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mengambil value yang sudah dibaca dari file yang kita tentukan, kita bisa menggunakan method GetXxx, sesuai dengan tipe datanya, misal GetString, GetInt, GetBool,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mengakses nested object pada JSON, kita bisa menggunakan . (titik), misal : app.name, database.host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Mengambil Value</a:t>
            </a:r>
            <a:endParaRPr/>
          </a:p>
        </p:txBody>
      </p:sp>
      <p:pic>
        <p:nvPicPr>
          <p:cNvPr id="275" name="Google Shape;2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1431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YAML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YAML</a:t>
            </a:r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JSON, Viper juga bisa digunakan untuk membaca file dengan format YAML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penggunaannya sama seperti ketika menggunakan JSON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Config YAML</a:t>
            </a:r>
            <a:endParaRPr/>
          </a:p>
        </p:txBody>
      </p:sp>
      <p:pic>
        <p:nvPicPr>
          <p:cNvPr id="292" name="Google Shape;29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68708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Membaca YAML</a:t>
            </a:r>
            <a:endParaRPr/>
          </a:p>
        </p:txBody>
      </p:sp>
      <p:pic>
        <p:nvPicPr>
          <p:cNvPr id="298" name="Google Shape;29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811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ENV File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ENV File</a:t>
            </a:r>
            <a:endParaRPr/>
          </a:p>
        </p:txBody>
      </p:sp>
      <p:sp>
        <p:nvSpPr>
          <p:cNvPr id="309" name="Google Shape;309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Viper juga bisa digunakan untuk membaca file dengan format Env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beberapa framework, kadang banyak yang menggunakan format ini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Config ENV</a:t>
            </a:r>
            <a:endParaRPr/>
          </a:p>
        </p:txBody>
      </p:sp>
      <p:pic>
        <p:nvPicPr>
          <p:cNvPr id="315" name="Google Shape;31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288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Membaca ENV File</a:t>
            </a:r>
            <a:endParaRPr/>
          </a:p>
        </p:txBody>
      </p:sp>
      <p:pic>
        <p:nvPicPr>
          <p:cNvPr id="321" name="Google Shape;32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651888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Environment Variable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Environment Variable</a:t>
            </a:r>
            <a:endParaRPr/>
          </a:p>
        </p:txBody>
      </p:sp>
      <p:sp>
        <p:nvSpPr>
          <p:cNvPr id="332" name="Google Shape;332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saat menjalankan aplikasi, kita menyimpan konfigurasi menggunakan environment variable yang terdapat di sistem operasi yang kita 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 Viper tidak akan membaca data dari environment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kita mau, kita bisa menggunakan method AutomaticEnv() untuk membaca dari environment variable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Membaca dari Environment Variable</a:t>
            </a:r>
            <a:endParaRPr/>
          </a:p>
        </p:txBody>
      </p:sp>
      <p:pic>
        <p:nvPicPr>
          <p:cNvPr id="338" name="Google Shape;33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355845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Fitur Lainnya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File Config Lainnya</a:t>
            </a:r>
            <a:endParaRPr/>
          </a:p>
        </p:txBody>
      </p:sp>
      <p:sp>
        <p:nvSpPr>
          <p:cNvPr id="349" name="Google Shape;349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Sebenarnya Viper bisa digunakan untuk membaca dari jenis file konfigurasi yang lain, misal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HCL (Hasicorp Configuration Langauge)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Properties (Java Properties File)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Remote Config</a:t>
            </a:r>
            <a:endParaRPr/>
          </a:p>
        </p:txBody>
      </p:sp>
      <p:sp>
        <p:nvSpPr>
          <p:cNvPr id="355" name="Google Shape;355;p5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Viper juga bisa digunakan untuk membaca konfigurasi dari remote / server yang terdapat di aplikasi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Consul 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https://github.com/spf13/viper#consul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Etcd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https://github.com/spf13/viper#etcd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Penutup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