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Lst>
  <p:sldSz cy="5143500" cx="9144000"/>
  <p:notesSz cx="6858000" cy="9144000"/>
  <p:embeddedFontLst>
    <p:embeddedFont>
      <p:font typeface="Raleway"/>
      <p:regular r:id="rId236"/>
      <p:bold r:id="rId237"/>
      <p:italic r:id="rId238"/>
      <p:boldItalic r:id="rId239"/>
    </p:embeddedFont>
    <p:embeddedFont>
      <p:font typeface="Lato"/>
      <p:regular r:id="rId240"/>
      <p:bold r:id="rId241"/>
      <p:italic r:id="rId242"/>
      <p:boldItalic r:id="rId2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B6B3A53-4462-470D-B1B3-342142CBC71A}">
  <a:tblStyle styleId="{2B6B3A53-4462-470D-B1B3-342142CBC71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190" Type="http://schemas.openxmlformats.org/officeDocument/2006/relationships/slide" Target="slides/slide18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194" Type="http://schemas.openxmlformats.org/officeDocument/2006/relationships/slide" Target="slides/slide187.xml"/><Relationship Id="rId43" Type="http://schemas.openxmlformats.org/officeDocument/2006/relationships/slide" Target="slides/slide36.xml"/><Relationship Id="rId193" Type="http://schemas.openxmlformats.org/officeDocument/2006/relationships/slide" Target="slides/slide186.xml"/><Relationship Id="rId46" Type="http://schemas.openxmlformats.org/officeDocument/2006/relationships/slide" Target="slides/slide39.xml"/><Relationship Id="rId192" Type="http://schemas.openxmlformats.org/officeDocument/2006/relationships/slide" Target="slides/slide185.xml"/><Relationship Id="rId45" Type="http://schemas.openxmlformats.org/officeDocument/2006/relationships/slide" Target="slides/slide38.xml"/><Relationship Id="rId191" Type="http://schemas.openxmlformats.org/officeDocument/2006/relationships/slide" Target="slides/slide184.xml"/><Relationship Id="rId48" Type="http://schemas.openxmlformats.org/officeDocument/2006/relationships/slide" Target="slides/slide41.xml"/><Relationship Id="rId187" Type="http://schemas.openxmlformats.org/officeDocument/2006/relationships/slide" Target="slides/slide180.xml"/><Relationship Id="rId47" Type="http://schemas.openxmlformats.org/officeDocument/2006/relationships/slide" Target="slides/slide40.xml"/><Relationship Id="rId186" Type="http://schemas.openxmlformats.org/officeDocument/2006/relationships/slide" Target="slides/slide179.xml"/><Relationship Id="rId185" Type="http://schemas.openxmlformats.org/officeDocument/2006/relationships/slide" Target="slides/slide178.xml"/><Relationship Id="rId49" Type="http://schemas.openxmlformats.org/officeDocument/2006/relationships/slide" Target="slides/slide42.xml"/><Relationship Id="rId184" Type="http://schemas.openxmlformats.org/officeDocument/2006/relationships/slide" Target="slides/slide177.xml"/><Relationship Id="rId189" Type="http://schemas.openxmlformats.org/officeDocument/2006/relationships/slide" Target="slides/slide182.xml"/><Relationship Id="rId188" Type="http://schemas.openxmlformats.org/officeDocument/2006/relationships/slide" Target="slides/slide18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183" Type="http://schemas.openxmlformats.org/officeDocument/2006/relationships/slide" Target="slides/slide176.xml"/><Relationship Id="rId32" Type="http://schemas.openxmlformats.org/officeDocument/2006/relationships/slide" Target="slides/slide25.xml"/><Relationship Id="rId182" Type="http://schemas.openxmlformats.org/officeDocument/2006/relationships/slide" Target="slides/slide175.xml"/><Relationship Id="rId35" Type="http://schemas.openxmlformats.org/officeDocument/2006/relationships/slide" Target="slides/slide28.xml"/><Relationship Id="rId181" Type="http://schemas.openxmlformats.org/officeDocument/2006/relationships/slide" Target="slides/slide174.xml"/><Relationship Id="rId34" Type="http://schemas.openxmlformats.org/officeDocument/2006/relationships/slide" Target="slides/slide27.xml"/><Relationship Id="rId180" Type="http://schemas.openxmlformats.org/officeDocument/2006/relationships/slide" Target="slides/slide173.xml"/><Relationship Id="rId37" Type="http://schemas.openxmlformats.org/officeDocument/2006/relationships/slide" Target="slides/slide30.xml"/><Relationship Id="rId176" Type="http://schemas.openxmlformats.org/officeDocument/2006/relationships/slide" Target="slides/slide169.xml"/><Relationship Id="rId36" Type="http://schemas.openxmlformats.org/officeDocument/2006/relationships/slide" Target="slides/slide29.xml"/><Relationship Id="rId175" Type="http://schemas.openxmlformats.org/officeDocument/2006/relationships/slide" Target="slides/slide168.xml"/><Relationship Id="rId39" Type="http://schemas.openxmlformats.org/officeDocument/2006/relationships/slide" Target="slides/slide32.xml"/><Relationship Id="rId174" Type="http://schemas.openxmlformats.org/officeDocument/2006/relationships/slide" Target="slides/slide167.xml"/><Relationship Id="rId38" Type="http://schemas.openxmlformats.org/officeDocument/2006/relationships/slide" Target="slides/slide31.xml"/><Relationship Id="rId173" Type="http://schemas.openxmlformats.org/officeDocument/2006/relationships/slide" Target="slides/slide166.xml"/><Relationship Id="rId179" Type="http://schemas.openxmlformats.org/officeDocument/2006/relationships/slide" Target="slides/slide172.xml"/><Relationship Id="rId178" Type="http://schemas.openxmlformats.org/officeDocument/2006/relationships/slide" Target="slides/slide171.xml"/><Relationship Id="rId177" Type="http://schemas.openxmlformats.org/officeDocument/2006/relationships/slide" Target="slides/slide170.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98" Type="http://schemas.openxmlformats.org/officeDocument/2006/relationships/slide" Target="slides/slide191.xml"/><Relationship Id="rId14" Type="http://schemas.openxmlformats.org/officeDocument/2006/relationships/slide" Target="slides/slide7.xml"/><Relationship Id="rId197" Type="http://schemas.openxmlformats.org/officeDocument/2006/relationships/slide" Target="slides/slide190.xml"/><Relationship Id="rId17" Type="http://schemas.openxmlformats.org/officeDocument/2006/relationships/slide" Target="slides/slide10.xml"/><Relationship Id="rId196" Type="http://schemas.openxmlformats.org/officeDocument/2006/relationships/slide" Target="slides/slide189.xml"/><Relationship Id="rId16" Type="http://schemas.openxmlformats.org/officeDocument/2006/relationships/slide" Target="slides/slide9.xml"/><Relationship Id="rId195" Type="http://schemas.openxmlformats.org/officeDocument/2006/relationships/slide" Target="slides/slide188.xml"/><Relationship Id="rId19" Type="http://schemas.openxmlformats.org/officeDocument/2006/relationships/slide" Target="slides/slide12.xml"/><Relationship Id="rId18" Type="http://schemas.openxmlformats.org/officeDocument/2006/relationships/slide" Target="slides/slide11.xml"/><Relationship Id="rId199" Type="http://schemas.openxmlformats.org/officeDocument/2006/relationships/slide" Target="slides/slide192.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150" Type="http://schemas.openxmlformats.org/officeDocument/2006/relationships/slide" Target="slides/slide143.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2.xml"/><Relationship Id="rId4" Type="http://schemas.openxmlformats.org/officeDocument/2006/relationships/tableStyles" Target="tableStyles.xml"/><Relationship Id="rId148" Type="http://schemas.openxmlformats.org/officeDocument/2006/relationships/slide" Target="slides/slide141.xml"/><Relationship Id="rId9" Type="http://schemas.openxmlformats.org/officeDocument/2006/relationships/slide" Target="slides/slide2.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5" Type="http://schemas.openxmlformats.org/officeDocument/2006/relationships/slideMaster" Target="slideMasters/slideMaster1.xml"/><Relationship Id="rId147" Type="http://schemas.openxmlformats.org/officeDocument/2006/relationships/slide" Target="slides/slide140.xml"/><Relationship Id="rId6" Type="http://schemas.openxmlformats.org/officeDocument/2006/relationships/slideMaster" Target="slideMasters/slideMaster2.xml"/><Relationship Id="rId146" Type="http://schemas.openxmlformats.org/officeDocument/2006/relationships/slide" Target="slides/slide139.xml"/><Relationship Id="rId7" Type="http://schemas.openxmlformats.org/officeDocument/2006/relationships/notesMaster" Target="notesMasters/notesMaster1.xml"/><Relationship Id="rId145" Type="http://schemas.openxmlformats.org/officeDocument/2006/relationships/slide" Target="slides/slide138.xml"/><Relationship Id="rId8" Type="http://schemas.openxmlformats.org/officeDocument/2006/relationships/slide" Target="slides/slide1.xml"/><Relationship Id="rId144" Type="http://schemas.openxmlformats.org/officeDocument/2006/relationships/slide" Target="slides/slide137.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172" Type="http://schemas.openxmlformats.org/officeDocument/2006/relationships/slide" Target="slides/slide165.xml"/><Relationship Id="rId65" Type="http://schemas.openxmlformats.org/officeDocument/2006/relationships/slide" Target="slides/slide58.xml"/><Relationship Id="rId171" Type="http://schemas.openxmlformats.org/officeDocument/2006/relationships/slide" Target="slides/slide164.xml"/><Relationship Id="rId68" Type="http://schemas.openxmlformats.org/officeDocument/2006/relationships/slide" Target="slides/slide61.xml"/><Relationship Id="rId170" Type="http://schemas.openxmlformats.org/officeDocument/2006/relationships/slide" Target="slides/slide163.xml"/><Relationship Id="rId67" Type="http://schemas.openxmlformats.org/officeDocument/2006/relationships/slide" Target="slides/slide60.xml"/><Relationship Id="rId60" Type="http://schemas.openxmlformats.org/officeDocument/2006/relationships/slide" Target="slides/slide53.xml"/><Relationship Id="rId165" Type="http://schemas.openxmlformats.org/officeDocument/2006/relationships/slide" Target="slides/slide158.xml"/><Relationship Id="rId69" Type="http://schemas.openxmlformats.org/officeDocument/2006/relationships/slide" Target="slides/slide62.xml"/><Relationship Id="rId164" Type="http://schemas.openxmlformats.org/officeDocument/2006/relationships/slide" Target="slides/slide157.xml"/><Relationship Id="rId163" Type="http://schemas.openxmlformats.org/officeDocument/2006/relationships/slide" Target="slides/slide156.xml"/><Relationship Id="rId162" Type="http://schemas.openxmlformats.org/officeDocument/2006/relationships/slide" Target="slides/slide155.xml"/><Relationship Id="rId169" Type="http://schemas.openxmlformats.org/officeDocument/2006/relationships/slide" Target="slides/slide162.xml"/><Relationship Id="rId168" Type="http://schemas.openxmlformats.org/officeDocument/2006/relationships/slide" Target="slides/slide161.xml"/><Relationship Id="rId167" Type="http://schemas.openxmlformats.org/officeDocument/2006/relationships/slide" Target="slides/slide160.xml"/><Relationship Id="rId166" Type="http://schemas.openxmlformats.org/officeDocument/2006/relationships/slide" Target="slides/slide159.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161" Type="http://schemas.openxmlformats.org/officeDocument/2006/relationships/slide" Target="slides/slide154.xml"/><Relationship Id="rId54" Type="http://schemas.openxmlformats.org/officeDocument/2006/relationships/slide" Target="slides/slide47.xml"/><Relationship Id="rId160" Type="http://schemas.openxmlformats.org/officeDocument/2006/relationships/slide" Target="slides/slide153.xml"/><Relationship Id="rId57" Type="http://schemas.openxmlformats.org/officeDocument/2006/relationships/slide" Target="slides/slide50.xml"/><Relationship Id="rId56" Type="http://schemas.openxmlformats.org/officeDocument/2006/relationships/slide" Target="slides/slide49.xml"/><Relationship Id="rId159" Type="http://schemas.openxmlformats.org/officeDocument/2006/relationships/slide" Target="slides/slide152.xml"/><Relationship Id="rId59" Type="http://schemas.openxmlformats.org/officeDocument/2006/relationships/slide" Target="slides/slide52.xml"/><Relationship Id="rId154" Type="http://schemas.openxmlformats.org/officeDocument/2006/relationships/slide" Target="slides/slide147.xml"/><Relationship Id="rId58" Type="http://schemas.openxmlformats.org/officeDocument/2006/relationships/slide" Target="slides/slide51.xml"/><Relationship Id="rId153" Type="http://schemas.openxmlformats.org/officeDocument/2006/relationships/slide" Target="slides/slide146.xml"/><Relationship Id="rId152" Type="http://schemas.openxmlformats.org/officeDocument/2006/relationships/slide" Target="slides/slide145.xml"/><Relationship Id="rId151" Type="http://schemas.openxmlformats.org/officeDocument/2006/relationships/slide" Target="slides/slide144.xml"/><Relationship Id="rId158" Type="http://schemas.openxmlformats.org/officeDocument/2006/relationships/slide" Target="slides/slide151.xml"/><Relationship Id="rId157" Type="http://schemas.openxmlformats.org/officeDocument/2006/relationships/slide" Target="slides/slide150.xml"/><Relationship Id="rId156" Type="http://schemas.openxmlformats.org/officeDocument/2006/relationships/slide" Target="slides/slide149.xml"/><Relationship Id="rId155" Type="http://schemas.openxmlformats.org/officeDocument/2006/relationships/slide" Target="slides/slide148.xml"/><Relationship Id="rId107" Type="http://schemas.openxmlformats.org/officeDocument/2006/relationships/slide" Target="slides/slide100.xml"/><Relationship Id="rId228" Type="http://schemas.openxmlformats.org/officeDocument/2006/relationships/slide" Target="slides/slide221.xml"/><Relationship Id="rId106" Type="http://schemas.openxmlformats.org/officeDocument/2006/relationships/slide" Target="slides/slide99.xml"/><Relationship Id="rId227" Type="http://schemas.openxmlformats.org/officeDocument/2006/relationships/slide" Target="slides/slide220.xml"/><Relationship Id="rId105" Type="http://schemas.openxmlformats.org/officeDocument/2006/relationships/slide" Target="slides/slide98.xml"/><Relationship Id="rId226" Type="http://schemas.openxmlformats.org/officeDocument/2006/relationships/slide" Target="slides/slide219.xml"/><Relationship Id="rId104" Type="http://schemas.openxmlformats.org/officeDocument/2006/relationships/slide" Target="slides/slide97.xml"/><Relationship Id="rId225" Type="http://schemas.openxmlformats.org/officeDocument/2006/relationships/slide" Target="slides/slide218.xml"/><Relationship Id="rId109" Type="http://schemas.openxmlformats.org/officeDocument/2006/relationships/slide" Target="slides/slide102.xml"/><Relationship Id="rId108" Type="http://schemas.openxmlformats.org/officeDocument/2006/relationships/slide" Target="slides/slide101.xml"/><Relationship Id="rId229" Type="http://schemas.openxmlformats.org/officeDocument/2006/relationships/slide" Target="slides/slide222.xml"/><Relationship Id="rId220" Type="http://schemas.openxmlformats.org/officeDocument/2006/relationships/slide" Target="slides/slide213.xml"/><Relationship Id="rId103" Type="http://schemas.openxmlformats.org/officeDocument/2006/relationships/slide" Target="slides/slide96.xml"/><Relationship Id="rId224" Type="http://schemas.openxmlformats.org/officeDocument/2006/relationships/slide" Target="slides/slide217.xml"/><Relationship Id="rId102" Type="http://schemas.openxmlformats.org/officeDocument/2006/relationships/slide" Target="slides/slide95.xml"/><Relationship Id="rId223" Type="http://schemas.openxmlformats.org/officeDocument/2006/relationships/slide" Target="slides/slide216.xml"/><Relationship Id="rId101" Type="http://schemas.openxmlformats.org/officeDocument/2006/relationships/slide" Target="slides/slide94.xml"/><Relationship Id="rId222" Type="http://schemas.openxmlformats.org/officeDocument/2006/relationships/slide" Target="slides/slide215.xml"/><Relationship Id="rId100" Type="http://schemas.openxmlformats.org/officeDocument/2006/relationships/slide" Target="slides/slide93.xml"/><Relationship Id="rId221" Type="http://schemas.openxmlformats.org/officeDocument/2006/relationships/slide" Target="slides/slide214.xml"/><Relationship Id="rId217" Type="http://schemas.openxmlformats.org/officeDocument/2006/relationships/slide" Target="slides/slide210.xml"/><Relationship Id="rId216" Type="http://schemas.openxmlformats.org/officeDocument/2006/relationships/slide" Target="slides/slide209.xml"/><Relationship Id="rId215" Type="http://schemas.openxmlformats.org/officeDocument/2006/relationships/slide" Target="slides/slide208.xml"/><Relationship Id="rId214" Type="http://schemas.openxmlformats.org/officeDocument/2006/relationships/slide" Target="slides/slide207.xml"/><Relationship Id="rId219" Type="http://schemas.openxmlformats.org/officeDocument/2006/relationships/slide" Target="slides/slide212.xml"/><Relationship Id="rId218" Type="http://schemas.openxmlformats.org/officeDocument/2006/relationships/slide" Target="slides/slide211.xml"/><Relationship Id="rId213" Type="http://schemas.openxmlformats.org/officeDocument/2006/relationships/slide" Target="slides/slide206.xml"/><Relationship Id="rId212" Type="http://schemas.openxmlformats.org/officeDocument/2006/relationships/slide" Target="slides/slide205.xml"/><Relationship Id="rId211" Type="http://schemas.openxmlformats.org/officeDocument/2006/relationships/slide" Target="slides/slide204.xml"/><Relationship Id="rId210" Type="http://schemas.openxmlformats.org/officeDocument/2006/relationships/slide" Target="slides/slide203.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121" Type="http://schemas.openxmlformats.org/officeDocument/2006/relationships/slide" Target="slides/slide114.xml"/><Relationship Id="rId242" Type="http://schemas.openxmlformats.org/officeDocument/2006/relationships/font" Target="fonts/Lato-italic.fntdata"/><Relationship Id="rId120" Type="http://schemas.openxmlformats.org/officeDocument/2006/relationships/slide" Target="slides/slide113.xml"/><Relationship Id="rId241" Type="http://schemas.openxmlformats.org/officeDocument/2006/relationships/font" Target="fonts/Lato-bold.fntdata"/><Relationship Id="rId240" Type="http://schemas.openxmlformats.org/officeDocument/2006/relationships/font" Target="fonts/Lato-regular.fntdata"/><Relationship Id="rId125" Type="http://schemas.openxmlformats.org/officeDocument/2006/relationships/slide" Target="slides/slide118.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243" Type="http://schemas.openxmlformats.org/officeDocument/2006/relationships/font" Target="fonts/Lato-boldItalic.fntdata"/><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99" Type="http://schemas.openxmlformats.org/officeDocument/2006/relationships/slide" Target="slides/slide92.xml"/><Relationship Id="rId98" Type="http://schemas.openxmlformats.org/officeDocument/2006/relationships/slide" Target="slides/slide91.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239" Type="http://schemas.openxmlformats.org/officeDocument/2006/relationships/font" Target="fonts/Raleway-boldItalic.fntdata"/><Relationship Id="rId117" Type="http://schemas.openxmlformats.org/officeDocument/2006/relationships/slide" Target="slides/slide110.xml"/><Relationship Id="rId238" Type="http://schemas.openxmlformats.org/officeDocument/2006/relationships/font" Target="fonts/Raleway-italic.fntdata"/><Relationship Id="rId116" Type="http://schemas.openxmlformats.org/officeDocument/2006/relationships/slide" Target="slides/slide109.xml"/><Relationship Id="rId237" Type="http://schemas.openxmlformats.org/officeDocument/2006/relationships/font" Target="fonts/Raleway-bold.fntdata"/><Relationship Id="rId115" Type="http://schemas.openxmlformats.org/officeDocument/2006/relationships/slide" Target="slides/slide108.xml"/><Relationship Id="rId236" Type="http://schemas.openxmlformats.org/officeDocument/2006/relationships/font" Target="fonts/Raleway-regular.fntdata"/><Relationship Id="rId119" Type="http://schemas.openxmlformats.org/officeDocument/2006/relationships/slide" Target="slides/slide112.xml"/><Relationship Id="rId110" Type="http://schemas.openxmlformats.org/officeDocument/2006/relationships/slide" Target="slides/slide103.xml"/><Relationship Id="rId231" Type="http://schemas.openxmlformats.org/officeDocument/2006/relationships/slide" Target="slides/slide224.xml"/><Relationship Id="rId230" Type="http://schemas.openxmlformats.org/officeDocument/2006/relationships/slide" Target="slides/slide223.xml"/><Relationship Id="rId114" Type="http://schemas.openxmlformats.org/officeDocument/2006/relationships/slide" Target="slides/slide107.xml"/><Relationship Id="rId235" Type="http://schemas.openxmlformats.org/officeDocument/2006/relationships/slide" Target="slides/slide228.xml"/><Relationship Id="rId113" Type="http://schemas.openxmlformats.org/officeDocument/2006/relationships/slide" Target="slides/slide106.xml"/><Relationship Id="rId234" Type="http://schemas.openxmlformats.org/officeDocument/2006/relationships/slide" Target="slides/slide227.xml"/><Relationship Id="rId112" Type="http://schemas.openxmlformats.org/officeDocument/2006/relationships/slide" Target="slides/slide105.xml"/><Relationship Id="rId233" Type="http://schemas.openxmlformats.org/officeDocument/2006/relationships/slide" Target="slides/slide226.xml"/><Relationship Id="rId111" Type="http://schemas.openxmlformats.org/officeDocument/2006/relationships/slide" Target="slides/slide104.xml"/><Relationship Id="rId232" Type="http://schemas.openxmlformats.org/officeDocument/2006/relationships/slide" Target="slides/slide225.xml"/><Relationship Id="rId206" Type="http://schemas.openxmlformats.org/officeDocument/2006/relationships/slide" Target="slides/slide199.xml"/><Relationship Id="rId205" Type="http://schemas.openxmlformats.org/officeDocument/2006/relationships/slide" Target="slides/slide198.xml"/><Relationship Id="rId204" Type="http://schemas.openxmlformats.org/officeDocument/2006/relationships/slide" Target="slides/slide197.xml"/><Relationship Id="rId203" Type="http://schemas.openxmlformats.org/officeDocument/2006/relationships/slide" Target="slides/slide196.xml"/><Relationship Id="rId209" Type="http://schemas.openxmlformats.org/officeDocument/2006/relationships/slide" Target="slides/slide202.xml"/><Relationship Id="rId208" Type="http://schemas.openxmlformats.org/officeDocument/2006/relationships/slide" Target="slides/slide201.xml"/><Relationship Id="rId207" Type="http://schemas.openxmlformats.org/officeDocument/2006/relationships/slide" Target="slides/slide200.xml"/><Relationship Id="rId202" Type="http://schemas.openxmlformats.org/officeDocument/2006/relationships/slide" Target="slides/slide195.xml"/><Relationship Id="rId201" Type="http://schemas.openxmlformats.org/officeDocument/2006/relationships/slide" Target="slides/slide194.xml"/><Relationship Id="rId200" Type="http://schemas.openxmlformats.org/officeDocument/2006/relationships/slide" Target="slides/slide1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8cfbdbfa13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8cfbdbfa13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8cfbdbfa13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8cfbdbfa13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8cfbdbfa13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8cfbdbfa13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8cfbdbfa1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8cfbdbfa1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8cfbdbfa1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8cfbdbfa1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8cfbdbfa13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8cfbdbfa13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8cfbdbfa13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8cfbdbfa13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8cfbdbfa1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8cfbdbfa1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8cfbdbfa13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8cfbdbfa13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8cfbdbfa13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8cfbdbfa13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8cfbdbfa13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8cfbdbfa13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8cfbdbfa13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8cfbdbfa13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8cfbdbfa13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8cfbdbfa13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8cfbdbfa13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8cfbdbfa13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8cfbdbfa13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8cfbdbfa13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8cfbdbfa13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8cfbdbfa13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8cfbdbfa13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8cfbdbfa13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8cfbdbfa13_0_1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8cfbdbfa13_0_1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8cfbdbfa13_0_1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8cfbdbfa13_0_1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8cfbdbfa13_0_1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8cfbdbfa13_0_1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8cfbdbfa13_0_1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8cfbdbfa13_0_1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8cfbdbfa13_0_1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8cfbdbfa13_0_1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8cfbdbfa13_0_1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8cfbdbfa13_0_1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8cfbdbfa13_0_1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8cfbdbfa13_0_1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8cfbdbfa13_0_1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8cfbdbfa13_0_1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8cfbdbfa13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8cfbdbfa13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8cfbdbfa13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8cfbdbfa13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8cfbdbfa13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8cfbdbfa13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8cfbdbfa13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8cfbdbfa13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8cfbdbfa13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8cfbdbfa13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8cfbdbfa13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8cfbdbfa13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8cfbdbfa13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8cfbdbfa13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8cfbdbfa13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8cfbdbfa13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8cfbdbfa13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8cfbdbfa13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8cfbdbfa13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8cfbdbfa13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8cfbdbfa13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8cfbdbfa13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8cfbdbfa13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8cfbdbfa13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8cfbdbfa13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8cfbdbfa13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8cfbdbfa13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8cfbdbfa13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8cfbdbfa13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8cfbdbfa13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8cfbdbfa13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8cfbdbfa13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8cfbdbfa13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8cfbdbfa13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8cfbdbfa13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8cfbdbfa13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8cfbdbfa13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8cfbdbfa13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8cfbdbfa13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8cfbdbfa13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8cfbdbfa13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8cfbdbfa13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8cfbdbfa13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28cfbdbfa13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8cfbdbfa13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8cfbdbfa13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8cfbdbfa13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8cfbdbfa13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8cfbdbfa13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28cfbdbfa13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8cfbdbfa13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8cfbdbfa13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8cfbdbfa13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8cfbdbfa13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8cfbdbfa13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8cfbdbfa13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8cfbdbfa13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8cfbdbfa13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8cfbdbfa13_0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28cfbdbfa13_0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8cfbdbfa13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8cfbdbfa13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8cfbdbfa13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8cfbdbfa13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28cfbdbfa13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28cfbdbfa13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8cfbdbfa13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8cfbdbfa13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8cfbdbfa13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8cfbdbfa13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8cfbdbfa13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8cfbdbfa13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8cfbdbfa13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8cfbdbfa13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8cfbdbfa13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28cfbdbfa13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28cfbdbfa13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28cfbdbfa13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8cfbdbfa13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8cfbdbfa13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8cfbdbfa13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28cfbdbfa13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8cfbdbfa13_0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8cfbdbfa13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8cfbdbfa13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28cfbdbfa13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8cfbdbfa13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28cfbdbfa13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28cfbdbfa13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28cfbdbfa13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28cfbdbfa13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28cfbdbfa13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8cfbdbfa13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28cfbdbfa13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8cfbdbfa13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28cfbdbfa13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8cfbdbfa13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8cfbdbfa13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28cfbdbfa13_0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28cfbdbfa13_0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8cfbdbfa13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28cfbdbfa13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28cfbdbfa13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28cfbdbfa13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8cfbdbfa13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28cfbdbfa13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8cfbdbfa13_0_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28cfbdbfa13_0_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28cfbdbfa13_0_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28cfbdbfa13_0_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8cfbdbfa13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28cfbdbfa13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28cfbdbfa13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28cfbdbfa13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8cfbdbfa13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8cfbdbfa13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28cfbdbfa13_0_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28cfbdbfa13_0_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8cfbdbfa13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28cfbdbfa13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28cfbdbfa13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28cfbdbfa13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28cfbdbfa13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28cfbdbfa13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28cfbdbfa13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28cfbdbfa13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28cfbdbfa13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28cfbdbfa13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8cfbdbfa13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28cfbdbfa13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28cfbdbfa13_0_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28cfbdbfa13_0_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28cfbdbfa13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28cfbdbfa13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28cfbdbfa13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28cfbdbfa13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28cfbdbfa13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28cfbdbfa13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28cfbdbfa13_0_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28cfbdbfa13_0_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28cfbdbfa13_0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28cfbdbfa13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8cfbdbfa13_0_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28cfbdbfa13_0_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28cfbdbfa13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28cfbdbfa13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28cfbdbfa13_0_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28cfbdbfa13_0_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8cfbdbfa13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8cfbdbfa13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8cfbdbfa13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8cfbdbfa13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8cfbdbfa13_0_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8cfbdbfa13_0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8cfbdbfa13_0_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28cfbdbfa13_0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28cfbdbfa13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28cfbdbfa13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8cfbdbfa13_0_9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8cfbdbfa13_0_9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8cfbdbfa13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28cfbdbfa13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28cfbdbfa13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28cfbdbfa13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28cfbdbfa13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28cfbdbfa13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28cfbdbfa13_0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28cfbdbfa13_0_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28cfbdbfa13_0_9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28cfbdbfa13_0_9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28cfbdbfa13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28cfbdbfa13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28cfbdbfa13_0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28cfbdbfa13_0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28cfbdbfa13_0_9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28cfbdbfa13_0_9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28cfbdbfa13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28cfbdbfa13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28cfbdbfa13_0_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28cfbdbfa13_0_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8cfbdbfa13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8cfbdbfa13_0_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28cfbdbfa13_0_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28cfbdbfa13_0_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28cfbdbfa13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28cfbdbfa13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28cfbdbfa13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28cfbdbfa13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8cfbdbfa13_0_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28cfbdbfa13_0_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28cfbdbfa13_0_1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28cfbdbfa13_0_1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28cfbdbfa13_0_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28cfbdbfa13_0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28cfbdbfa13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28cfbdbfa13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28cfbdbfa13_0_1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28cfbdbfa13_0_1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28cfbdbfa13_0_1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28cfbdbfa13_0_1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28cfbdbfa13_0_1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28cfbdbfa13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28cfbdbfa13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28cfbdbfa13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28cfbdbfa13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28cfbdbfa13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28cfbdbfa13_0_1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28cfbdbfa13_0_1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28cfbdbfa13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28cfbdbfa13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28cfbdbfa13_0_1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28cfbdbfa13_0_1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28cfbdbfa13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28cfbdbfa13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8cfbdbfa13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28cfbdbfa13_0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28cfbdbfa13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28cfbdbfa13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28cfbdbfa13_0_1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28cfbdbfa13_0_1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28cfbdbfa13_0_1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28cfbdbfa13_0_1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28cfbdbfa13_0_1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28cfbdbfa13_0_1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28cfbdbfa13_0_1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28cfbdbfa13_0_1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28cfbdbfa13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28cfbdbfa13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28cfbdbfa13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28cfbdbfa13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28cfbdbfa13_0_1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28cfbdbfa13_0_1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28cfbdbfa13_0_1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28cfbdbfa13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28cfbdbfa13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28cfbdbfa13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28cfbdbfa13_0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28cfbdbfa13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28cfbdbfa13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28cfbdbfa13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28cfbdbfa13_0_1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28cfbdbfa13_0_1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28cfbdbfa13_0_1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28cfbdbfa13_0_1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28cfbdbfa13_0_1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28cfbdbfa13_0_1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28cfbdbfa13_0_1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28cfbdbfa13_0_1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28cfbdbfa13_0_1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28cfbdbfa13_0_1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28cfbdbfa13_0_1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28cfbdbfa13_0_1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28cfbdbfa13_0_1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28cfbdbfa13_0_1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8cfbdbfa13_0_1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28cfbdbfa13_0_1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28cfbdbfa13_0_1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28cfbdbfa13_0_1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28cfbdbfa13_0_1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28cfbdbfa13_0_1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28cfbdbfa13_0_1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28cfbdbfa13_0_1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28cfbdbfa13_0_1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28cfbdbfa13_0_1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28cfbdbfa13_0_1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28cfbdbfa13_0_1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28cfbdbfa13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28cfbdbfa13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28cfbdbfa13_0_1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28cfbdbfa13_0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8cfbdbfa13_0_1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28cfbdbfa13_0_1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28cfbdbfa13_0_1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28cfbdbfa13_0_1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28cfbdbfa13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28cfbdbfa13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28cfbdbfa13_0_1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28cfbdbfa13_0_1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28cfbdbfa13_0_1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28cfbdbfa13_0_1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28cfbdbfa13_0_1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28cfbdbfa13_0_1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28cfbdbfa13_0_1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28cfbdbfa13_0_1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28cfbdbfa13_0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28cfbdbfa13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28cfbdbfa13_0_1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28cfbdbfa13_0_1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8cfbdbfa13_0_1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28cfbdbfa13_0_1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28cfbdbfa13_0_1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28cfbdbfa13_0_1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28cfbdbfa13_0_1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28cfbdbfa13_0_1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28cfbdbfa13_0_1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28cfbdbfa13_0_1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28cfbdbfa13_0_1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3" name="Google Shape;1183;g28cfbdbfa13_0_1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28cfbdbfa13_0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28cfbdbfa13_0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28cfbdbfa13_0_1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28cfbdbfa13_0_1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28cfbdbfa13_0_1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28cfbdbfa13_0_1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28cfbdbfa13_0_1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28cfbdbfa13_0_1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28cfbdbfa13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28cfbdbfa13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28cfbdbfa13_0_1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28cfbdbfa13_0_1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28cfbdbfa13_0_1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28cfbdbfa13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28cfbdbfa13_0_1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28cfbdbfa13_0_1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28cfbdbfa13_0_1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6" name="Google Shape;1236;g28cfbdbfa13_0_1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g28cfbdbfa13_0_1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2" name="Google Shape;1242;g28cfbdbfa13_0_1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28cfbdbfa13_0_1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28cfbdbfa13_0_1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28cfbdbfa13_0_1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4" name="Google Shape;1254;g28cfbdbfa13_0_1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28cfbdbfa13_0_1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28cfbdbfa13_0_1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g28cfbdbfa13_0_1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5" name="Google Shape;1265;g28cfbdbfa13_0_1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28cfbdbfa13_0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28cfbdbfa13_0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28cfbdbfa13_0_1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g28cfbdbfa13_0_1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28cfbdbfa13_0_1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28cfbdbfa13_0_1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28cfbdbfa13_0_1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8" name="Google Shape;1288;g28cfbdbfa13_0_1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28cfbdbfa13_0_1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28cfbdbfa13_0_1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28cfbdbfa13_0_1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0" name="Google Shape;1300;g28cfbdbfa13_0_1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28cfbdbfa13_0_1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28cfbdbfa13_0_1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28cfbdbfa13_0_1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28cfbdbfa13_0_1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28cfbdbfa13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8" name="Google Shape;1318;g28cfbdbfa13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g28cfbdbfa13_0_1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3" name="Google Shape;1323;g28cfbdbfa13_0_1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28cfbdbfa13_0_1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28cfbdbfa13_0_1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28cfbdbfa13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28cfbdbfa13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28cfbdbfa13_0_1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28cfbdbfa13_0_1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28cfbdbfa13_0_1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6" name="Google Shape;1346;g28cfbdbfa13_0_1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28cfbdbfa13_0_1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2" name="Google Shape;1352;g28cfbdbfa13_0_1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28cfbdbfa13_0_1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8" name="Google Shape;1358;g28cfbdbfa13_0_1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28cfbdbfa13_0_1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28cfbdbfa13_0_1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28cfbdbfa13_0_1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28cfbdbfa13_0_1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g28cfbdbfa13_0_1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5" name="Google Shape;1375;g28cfbdbfa13_0_1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28cfbdbfa13_0_1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0" name="Google Shape;1380;g28cfbdbfa13_0_1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28cfbdbfa13_0_1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28cfbdbfa13_0_1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28cfbdbfa13_0_1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28cfbdbfa13_0_1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28cfbdbfa13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8" name="Google Shape;1398;g28cfbdbfa13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28cfbdbfa13_0_1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28cfbdbfa13_0_1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g28cfbdbfa13_0_1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9" name="Google Shape;1409;g28cfbdbfa13_0_1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g28cfbdbfa13_0_1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g28cfbdbfa13_0_1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28cfbdbfa13_0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1" name="Google Shape;1421;g28cfbdbfa13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g28cfbdbfa13_0_1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7" name="Google Shape;1427;g28cfbdbfa13_0_1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28cfbdbfa13_0_1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3" name="Google Shape;1433;g28cfbdbfa13_0_1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28cfbdbfa13_0_1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28cfbdbfa13_0_1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28cfbdbfa13_0_1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5" name="Google Shape;1445;g28cfbdbfa13_0_1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g28cfbdbfa13_0_1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1" name="Google Shape;1451;g28cfbdbfa13_0_1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g28cfbdbfa13_0_1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7" name="Google Shape;1457;g28cfbdbfa13_0_1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g28cfbdbfa13_0_1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3" name="Google Shape;1463;g28cfbdbfa13_0_1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28cfbdbfa13_0_1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28cfbdbfa13_0_1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g28cfbdbfa13_0_1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5" name="Google Shape;1475;g28cfbdbfa13_0_1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28cfbdbfa13_0_1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28cfbdbfa13_0_1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28cfbdbfa13_0_1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7" name="Google Shape;1487;g28cfbdbfa13_0_1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28cfbdbfa13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g28cfbdbfa13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www.linkedin.com/company/programmer-zaman-now/" TargetMode="External"/><Relationship Id="rId9" Type="http://schemas.openxmlformats.org/officeDocument/2006/relationships/hyperlink" Target="https://tiktok.com/@programmerzamannow" TargetMode="External"/><Relationship Id="rId5" Type="http://schemas.openxmlformats.org/officeDocument/2006/relationships/hyperlink" Target="https://facebook.com/ProgrammerZamanNow" TargetMode="External"/><Relationship Id="rId6" Type="http://schemas.openxmlformats.org/officeDocument/2006/relationships/hyperlink" Target="https://www.instagram.com/programmerzamannow" TargetMode="External"/><Relationship Id="rId7" Type="http://schemas.openxmlformats.org/officeDocument/2006/relationships/hyperlink" Target="https://www.youtube.com/c/ProgrammerZamanNow" TargetMode="External"/><Relationship Id="rId8"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gorm.io/"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gorm.io/docs/connecting_to_the_database.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gorm.io/docs/models.html#Fields-Tag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gorm.io/docs/models.html#Fields-Tag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9.png"/><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2.png"/><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3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3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2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2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3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3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3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3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3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4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4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4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5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40.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4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hyperlink" Target="https://currentmillis.com/"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5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4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4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5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5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3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48.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43.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38.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42.png"/><Relationship Id="rId4" Type="http://schemas.openxmlformats.org/officeDocument/2006/relationships/image" Target="../media/image5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4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59.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56.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5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6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55.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57.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6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66.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6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76.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 Id="rId3" Type="http://schemas.openxmlformats.org/officeDocument/2006/relationships/image" Target="../media/image63.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7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 Id="rId3" Type="http://schemas.openxmlformats.org/officeDocument/2006/relationships/image" Target="../media/image75.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 Id="rId3" Type="http://schemas.openxmlformats.org/officeDocument/2006/relationships/image" Target="../media/image67.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 Id="rId3" Type="http://schemas.openxmlformats.org/officeDocument/2006/relationships/image" Target="../media/image80.png"/><Relationship Id="rId4" Type="http://schemas.openxmlformats.org/officeDocument/2006/relationships/image" Target="../media/image7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 Id="rId3" Type="http://schemas.openxmlformats.org/officeDocument/2006/relationships/image" Target="../media/image64.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 Id="rId3" Type="http://schemas.openxmlformats.org/officeDocument/2006/relationships/image" Target="../media/image65.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74.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 Id="rId3" Type="http://schemas.openxmlformats.org/officeDocument/2006/relationships/image" Target="../media/image69.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 Id="rId3" Type="http://schemas.openxmlformats.org/officeDocument/2006/relationships/image" Target="../media/image7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 Id="rId3" Type="http://schemas.openxmlformats.org/officeDocument/2006/relationships/image" Target="../media/image73.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 Id="rId3" Type="http://schemas.openxmlformats.org/officeDocument/2006/relationships/image" Target="../media/image83.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 Id="rId3" Type="http://schemas.openxmlformats.org/officeDocument/2006/relationships/image" Target="../media/image68.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 Id="rId3" Type="http://schemas.openxmlformats.org/officeDocument/2006/relationships/image" Target="../media/image95.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8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 Id="rId3" Type="http://schemas.openxmlformats.org/officeDocument/2006/relationships/image" Target="../media/image7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 Id="rId3" Type="http://schemas.openxmlformats.org/officeDocument/2006/relationships/image" Target="../media/image79.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 Id="rId3" Type="http://schemas.openxmlformats.org/officeDocument/2006/relationships/image" Target="../media/image88.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 Id="rId3" Type="http://schemas.openxmlformats.org/officeDocument/2006/relationships/image" Target="../media/image84.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 Id="rId3" Type="http://schemas.openxmlformats.org/officeDocument/2006/relationships/image" Target="../media/image9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 Id="rId3" Type="http://schemas.openxmlformats.org/officeDocument/2006/relationships/image" Target="../media/image8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 Id="rId3" Type="http://schemas.openxmlformats.org/officeDocument/2006/relationships/image" Target="../media/image86.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 Id="rId3" Type="http://schemas.openxmlformats.org/officeDocument/2006/relationships/image" Target="../media/image90.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 Id="rId3" Type="http://schemas.openxmlformats.org/officeDocument/2006/relationships/image" Target="../media/image93.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 Id="rId3" Type="http://schemas.openxmlformats.org/officeDocument/2006/relationships/image" Target="../media/image78.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 Id="rId3" Type="http://schemas.openxmlformats.org/officeDocument/2006/relationships/image" Target="../media/image85.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1.xml"/><Relationship Id="rId3" Type="http://schemas.openxmlformats.org/officeDocument/2006/relationships/image" Target="../media/image9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 Id="rId3" Type="http://schemas.openxmlformats.org/officeDocument/2006/relationships/image" Target="../media/image87.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5.xml"/><Relationship Id="rId3" Type="http://schemas.openxmlformats.org/officeDocument/2006/relationships/image" Target="../media/image89.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7.xml"/><Relationship Id="rId3" Type="http://schemas.openxmlformats.org/officeDocument/2006/relationships/image" Target="../media/image98.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0.xml"/><Relationship Id="rId3" Type="http://schemas.openxmlformats.org/officeDocument/2006/relationships/image" Target="../media/image94.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3.xml"/><Relationship Id="rId3" Type="http://schemas.openxmlformats.org/officeDocument/2006/relationships/image" Target="../media/image104.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4.xml"/><Relationship Id="rId3" Type="http://schemas.openxmlformats.org/officeDocument/2006/relationships/image" Target="../media/image10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7.xml"/><Relationship Id="rId3" Type="http://schemas.openxmlformats.org/officeDocument/2006/relationships/image" Target="../media/image97.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9.xml"/><Relationship Id="rId3" Type="http://schemas.openxmlformats.org/officeDocument/2006/relationships/hyperlink" Target="https://pkg.go.dev/gorm.io/gorm#Migrator" TargetMode="Externa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0.xml"/><Relationship Id="rId3" Type="http://schemas.openxmlformats.org/officeDocument/2006/relationships/image" Target="../media/image103.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1.xml"/><Relationship Id="rId3" Type="http://schemas.openxmlformats.org/officeDocument/2006/relationships/image" Target="../media/image105.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8.xml"/><Relationship Id="rId3" Type="http://schemas.openxmlformats.org/officeDocument/2006/relationships/image" Target="../media/image96.png"/><Relationship Id="rId4" Type="http://schemas.openxmlformats.org/officeDocument/2006/relationships/image" Target="../media/image10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2.xml"/><Relationship Id="rId3" Type="http://schemas.openxmlformats.org/officeDocument/2006/relationships/image" Target="../media/image99.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4.xml"/><Relationship Id="rId3" Type="http://schemas.openxmlformats.org/officeDocument/2006/relationships/image" Target="../media/image100.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GORM</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12+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Linkedin : </a:t>
            </a:r>
            <a:r>
              <a:rPr lang="id" u="sng">
                <a:solidFill>
                  <a:schemeClr val="hlink"/>
                </a:solidFill>
                <a:hlinkClick r:id="rId4"/>
              </a:rPr>
              <a:t>https://www.linkedin.com/company/programmer-zaman-now/</a:t>
            </a:r>
            <a:r>
              <a:rPr lang="id"/>
              <a:t> </a:t>
            </a:r>
            <a:endParaRPr/>
          </a:p>
          <a:p>
            <a:pPr indent="-311150" lvl="0" marL="457200" rtl="0" algn="l">
              <a:spcBef>
                <a:spcPts val="0"/>
              </a:spcBef>
              <a:spcAft>
                <a:spcPts val="0"/>
              </a:spcAft>
              <a:buSzPts val="1300"/>
              <a:buChar char="●"/>
            </a:pPr>
            <a:r>
              <a:rPr lang="id"/>
              <a:t>Facebook : </a:t>
            </a:r>
            <a:r>
              <a:rPr lang="id" u="sng">
                <a:solidFill>
                  <a:schemeClr val="hlink"/>
                </a:solidFill>
                <a:hlinkClick r:id="rId5"/>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6"/>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7"/>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8"/>
              </a:rPr>
              <a:t>t.me/ProgrammerZamanNow</a:t>
            </a:r>
            <a:endParaRPr/>
          </a:p>
          <a:p>
            <a:pPr indent="-311150" lvl="0" marL="457200" rtl="0" algn="l">
              <a:spcBef>
                <a:spcPts val="0"/>
              </a:spcBef>
              <a:spcAft>
                <a:spcPts val="0"/>
              </a:spcAft>
              <a:buSzPts val="1300"/>
              <a:buChar char="●"/>
            </a:pPr>
            <a:r>
              <a:rPr lang="id"/>
              <a:t>Tiktok : </a:t>
            </a:r>
            <a:r>
              <a:rPr lang="id" u="sng">
                <a:solidFill>
                  <a:schemeClr val="hlink"/>
                </a:solidFill>
                <a:hlinkClick r:id="rId9"/>
              </a:rPr>
              <a:t>https://tiktok.com/@programmerzamannow</a:t>
            </a:r>
            <a:r>
              <a:rPr lang="id"/>
              <a:t> </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a:p>
            <a:pPr indent="-311150" lvl="0" marL="457200" rtl="0" algn="l">
              <a:spcBef>
                <a:spcPts val="0"/>
              </a:spcBef>
              <a:spcAft>
                <a:spcPts val="0"/>
              </a:spcAft>
              <a:buSzPts val="1300"/>
              <a:buChar char="●"/>
            </a:pPr>
            <a:r>
              <a:rPr lang="id"/>
              <a:t>Golang Database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Pengenalan GORM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Object Relational Mapping</a:t>
            </a:r>
            <a:endParaRPr/>
          </a:p>
        </p:txBody>
      </p:sp>
      <p:sp>
        <p:nvSpPr>
          <p:cNvPr id="194" name="Google Shape;194;p3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ORM atau singkatan dari Object Relational Mapping, adalah teknik untuk memetakan data dari database relational ke dalam object dalam pemrograman</a:t>
            </a:r>
            <a:endParaRPr/>
          </a:p>
          <a:p>
            <a:pPr indent="-311150" lvl="0" marL="457200" rtl="0" algn="l">
              <a:spcBef>
                <a:spcPts val="0"/>
              </a:spcBef>
              <a:spcAft>
                <a:spcPts val="0"/>
              </a:spcAft>
              <a:buSzPts val="1300"/>
              <a:buChar char="●"/>
            </a:pPr>
            <a:r>
              <a:rPr lang="id"/>
              <a:t>Ketika kita belajar Golang Database, kita belajar pattern bernama Repository, yang digunakan sebagai jembatan komunikasi ke Database</a:t>
            </a:r>
            <a:endParaRPr/>
          </a:p>
          <a:p>
            <a:pPr indent="-311150" lvl="0" marL="457200" rtl="0" algn="l">
              <a:spcBef>
                <a:spcPts val="0"/>
              </a:spcBef>
              <a:spcAft>
                <a:spcPts val="0"/>
              </a:spcAft>
              <a:buSzPts val="1300"/>
              <a:buChar char="●"/>
            </a:pPr>
            <a:r>
              <a:rPr lang="id"/>
              <a:t>Saat membuat Repository, kita membuat struct Entity sebagai representasi dari Tabel di database</a:t>
            </a:r>
            <a:endParaRPr/>
          </a:p>
          <a:p>
            <a:pPr indent="-311150" lvl="0" marL="457200" rtl="0" algn="l">
              <a:spcBef>
                <a:spcPts val="0"/>
              </a:spcBef>
              <a:spcAft>
                <a:spcPts val="0"/>
              </a:spcAft>
              <a:buSzPts val="1300"/>
              <a:buChar char="●"/>
            </a:pPr>
            <a:r>
              <a:rPr lang="id"/>
              <a:t>Hal itu sebenarnya sudah bisa dibilang sebuah ORM, namun masih dilakukan secara manual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Diagram Repository Pattern</a:t>
            </a:r>
            <a:endParaRPr/>
          </a:p>
        </p:txBody>
      </p:sp>
      <p:pic>
        <p:nvPicPr>
          <p:cNvPr id="200" name="Google Shape;200;p31"/>
          <p:cNvPicPr preferRelativeResize="0"/>
          <p:nvPr/>
        </p:nvPicPr>
        <p:blipFill>
          <a:blip r:embed="rId3">
            <a:alphaModFix/>
          </a:blip>
          <a:stretch>
            <a:fillRect/>
          </a:stretch>
        </p:blipFill>
        <p:spPr>
          <a:xfrm>
            <a:off x="1644550" y="2006250"/>
            <a:ext cx="5854897" cy="29848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GORM</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adalah salah satu library untuk implementasi ORM secara otomatis di Golang</a:t>
            </a:r>
            <a:endParaRPr/>
          </a:p>
          <a:p>
            <a:pPr indent="-311150" lvl="0" marL="457200" rtl="0" algn="l">
              <a:spcBef>
                <a:spcPts val="0"/>
              </a:spcBef>
              <a:spcAft>
                <a:spcPts val="0"/>
              </a:spcAft>
              <a:buSzPts val="1300"/>
              <a:buChar char="●"/>
            </a:pPr>
            <a:r>
              <a:rPr lang="id"/>
              <a:t>Dengan menggunakan GORM, kita bisa fokus membuat pemetaan struct Entity, tanpa harus memikirkan detail dari implementasi SQL yang harus kita buat untuk memanipulasi datanya</a:t>
            </a:r>
            <a:endParaRPr/>
          </a:p>
          <a:p>
            <a:pPr indent="-311150" lvl="0" marL="457200" rtl="0" algn="l">
              <a:spcBef>
                <a:spcPts val="0"/>
              </a:spcBef>
              <a:spcAft>
                <a:spcPts val="0"/>
              </a:spcAft>
              <a:buSzPts val="1300"/>
              <a:buChar char="●"/>
            </a:pPr>
            <a:r>
              <a:rPr lang="id"/>
              <a:t>GORM juga mendukung relasi antar Entity / Table, baik itu One to One, One to Many, sampai Many to Many</a:t>
            </a:r>
            <a:endParaRPr/>
          </a:p>
          <a:p>
            <a:pPr indent="-311150" lvl="0" marL="457200" rtl="0" algn="l">
              <a:spcBef>
                <a:spcPts val="0"/>
              </a:spcBef>
              <a:spcAft>
                <a:spcPts val="0"/>
              </a:spcAft>
              <a:buSzPts val="1300"/>
              <a:buChar char="●"/>
            </a:pPr>
            <a:r>
              <a:rPr lang="id" u="sng">
                <a:solidFill>
                  <a:schemeClr val="hlink"/>
                </a:solidFill>
                <a:hlinkClick r:id="rId3"/>
              </a:rPr>
              <a:t>https://gorm.io/</a:t>
            </a:r>
            <a:r>
              <a:rPr lang="id"/>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Project</a:t>
            </a:r>
            <a:endParaRPr/>
          </a:p>
        </p:txBody>
      </p:sp>
      <p:sp>
        <p:nvSpPr>
          <p:cNvPr id="217" name="Google Shape;217;p3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Buat folder belajar-golang-gorm</a:t>
            </a:r>
            <a:endParaRPr/>
          </a:p>
          <a:p>
            <a:pPr indent="-311150" lvl="0" marL="457200" rtl="0" algn="l">
              <a:spcBef>
                <a:spcPts val="0"/>
              </a:spcBef>
              <a:spcAft>
                <a:spcPts val="0"/>
              </a:spcAft>
              <a:buSzPts val="1300"/>
              <a:buChar char="●"/>
            </a:pPr>
            <a:r>
              <a:rPr lang="id"/>
              <a:t>go mod init belajar-golang-gorm</a:t>
            </a:r>
            <a:endParaRPr/>
          </a:p>
          <a:p>
            <a:pPr indent="-311150" lvl="0" marL="457200" rtl="0" algn="l">
              <a:spcBef>
                <a:spcPts val="0"/>
              </a:spcBef>
              <a:spcAft>
                <a:spcPts val="0"/>
              </a:spcAft>
              <a:buSzPts val="1300"/>
              <a:buChar char="●"/>
            </a:pPr>
            <a:r>
              <a:rPr lang="id"/>
              <a:t>Tambahkan library Testify</a:t>
            </a:r>
            <a:endParaRPr/>
          </a:p>
          <a:p>
            <a:pPr indent="-311150" lvl="0" marL="457200" rtl="0" algn="l">
              <a:spcBef>
                <a:spcPts val="0"/>
              </a:spcBef>
              <a:spcAft>
                <a:spcPts val="0"/>
              </a:spcAft>
              <a:buSzPts val="1300"/>
              <a:buChar char="●"/>
            </a:pPr>
            <a:r>
              <a:rPr lang="id"/>
              <a:t>go get </a:t>
            </a:r>
            <a:r>
              <a:rPr lang="id"/>
              <a:t>github.com/stretchr/testify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Menambah Library GORM</a:t>
            </a:r>
            <a:endParaRPr/>
          </a:p>
        </p:txBody>
      </p:sp>
      <p:sp>
        <p:nvSpPr>
          <p:cNvPr id="223" name="Google Shape;223;p3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 get gorm.io/gorm</a:t>
            </a:r>
            <a:endParaRPr/>
          </a:p>
          <a:p>
            <a:pPr indent="-311150" lvl="0" marL="457200" rtl="0" algn="l">
              <a:spcBef>
                <a:spcPts val="0"/>
              </a:spcBef>
              <a:spcAft>
                <a:spcPts val="0"/>
              </a:spcAft>
              <a:buSzPts val="1300"/>
              <a:buChar char="●"/>
            </a:pPr>
            <a:r>
              <a:rPr lang="id"/>
              <a:t>go get gorm.io/driver/sqlite</a:t>
            </a:r>
            <a:endParaRPr/>
          </a:p>
          <a:p>
            <a:pPr indent="-311150" lvl="0" marL="457200" rtl="0" algn="l">
              <a:spcBef>
                <a:spcPts val="0"/>
              </a:spcBef>
              <a:spcAft>
                <a:spcPts val="0"/>
              </a:spcAft>
              <a:buSzPts val="1300"/>
              <a:buChar char="●"/>
            </a:pPr>
            <a:r>
              <a:rPr lang="id"/>
              <a:t>go get gorm.io/driver/mysql</a:t>
            </a:r>
            <a:endParaRPr/>
          </a:p>
          <a:p>
            <a:pPr indent="-311150" lvl="0" marL="457200" rtl="0" algn="l">
              <a:spcBef>
                <a:spcPts val="0"/>
              </a:spcBef>
              <a:spcAft>
                <a:spcPts val="0"/>
              </a:spcAft>
              <a:buSzPts val="1300"/>
              <a:buChar char="●"/>
            </a:pPr>
            <a:r>
              <a:rPr lang="id"/>
              <a:t>go get gorm.io/driver/postgres</a:t>
            </a:r>
            <a:endParaRPr/>
          </a:p>
          <a:p>
            <a:pPr indent="-311150" lvl="0" marL="457200" rtl="0" algn="l">
              <a:spcBef>
                <a:spcPts val="0"/>
              </a:spcBef>
              <a:spcAft>
                <a:spcPts val="0"/>
              </a:spcAft>
              <a:buSzPts val="1300"/>
              <a:buChar char="●"/>
            </a:pPr>
            <a:r>
              <a:rPr lang="id"/>
              <a:t>go get gorm.io/driver/sqlserver</a:t>
            </a:r>
            <a:endParaRPr/>
          </a:p>
          <a:p>
            <a:pPr indent="-311150" lvl="0" marL="457200" rtl="0" algn="l">
              <a:spcBef>
                <a:spcPts val="0"/>
              </a:spcBef>
              <a:spcAft>
                <a:spcPts val="0"/>
              </a:spcAft>
              <a:buSzPts val="1300"/>
              <a:buChar char="●"/>
            </a:pPr>
            <a:r>
              <a:rPr lang="id"/>
              <a:t>go get gorm.io/driver/clickhouse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Setup Project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Database di MySQL</a:t>
            </a:r>
            <a:endParaRPr/>
          </a:p>
        </p:txBody>
      </p:sp>
      <p:sp>
        <p:nvSpPr>
          <p:cNvPr id="234" name="Google Shape;234;p3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create database belajar_golang_gorm;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Database Connection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Database Connection</a:t>
            </a:r>
            <a:endParaRPr/>
          </a:p>
        </p:txBody>
      </p:sp>
      <p:sp>
        <p:nvSpPr>
          <p:cNvPr id="245" name="Google Shape;245;p3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Hal pertama yang perlu kita lakukan sebelum menggunakan GORM, adalah membuat koneksi ke database</a:t>
            </a:r>
            <a:endParaRPr/>
          </a:p>
          <a:p>
            <a:pPr indent="-311150" lvl="0" marL="457200" rtl="0" algn="l">
              <a:spcBef>
                <a:spcPts val="0"/>
              </a:spcBef>
              <a:spcAft>
                <a:spcPts val="0"/>
              </a:spcAft>
              <a:buSzPts val="1300"/>
              <a:buChar char="●"/>
            </a:pPr>
            <a:r>
              <a:rPr lang="id"/>
              <a:t>Gunakan database yang sesuai dengan yang kita gunakan</a:t>
            </a:r>
            <a:endParaRPr/>
          </a:p>
          <a:p>
            <a:pPr indent="-311150" lvl="0" marL="457200" rtl="0" algn="l">
              <a:spcBef>
                <a:spcPts val="0"/>
              </a:spcBef>
              <a:spcAft>
                <a:spcPts val="0"/>
              </a:spcAft>
              <a:buSzPts val="1300"/>
              <a:buChar char="●"/>
            </a:pPr>
            <a:r>
              <a:rPr lang="id"/>
              <a:t>Untuk membuat koneksi ke database, kita bisa gunakan function gorm.Open()</a:t>
            </a:r>
            <a:endParaRPr/>
          </a:p>
          <a:p>
            <a:pPr indent="-311150" lvl="0" marL="457200" rtl="0" algn="l">
              <a:spcBef>
                <a:spcPts val="0"/>
              </a:spcBef>
              <a:spcAft>
                <a:spcPts val="0"/>
              </a:spcAft>
              <a:buSzPts val="1300"/>
              <a:buChar char="●"/>
            </a:pPr>
            <a:r>
              <a:rPr lang="id"/>
              <a:t>Tiap database memiliki config masing-masing, kita bisa lihat semua config di database di halaman ini : </a:t>
            </a:r>
            <a:endParaRPr/>
          </a:p>
          <a:p>
            <a:pPr indent="-311150" lvl="0" marL="457200" rtl="0" algn="l">
              <a:spcBef>
                <a:spcPts val="0"/>
              </a:spcBef>
              <a:spcAft>
                <a:spcPts val="0"/>
              </a:spcAft>
              <a:buSzPts val="1300"/>
              <a:buChar char="●"/>
            </a:pPr>
            <a:r>
              <a:rPr lang="id" u="sng">
                <a:solidFill>
                  <a:schemeClr val="hlink"/>
                </a:solidFill>
                <a:hlinkClick r:id="rId3"/>
              </a:rPr>
              <a:t>https://gorm.io/docs/connecting_to_the_database.html</a:t>
            </a:r>
            <a:r>
              <a:rPr lang="id"/>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Database Connection</a:t>
            </a:r>
            <a:endParaRPr/>
          </a:p>
        </p:txBody>
      </p:sp>
      <p:pic>
        <p:nvPicPr>
          <p:cNvPr id="251" name="Google Shape;251;p40"/>
          <p:cNvPicPr preferRelativeResize="0"/>
          <p:nvPr/>
        </p:nvPicPr>
        <p:blipFill>
          <a:blip r:embed="rId3">
            <a:alphaModFix/>
          </a:blip>
          <a:stretch>
            <a:fillRect/>
          </a:stretch>
        </p:blipFill>
        <p:spPr>
          <a:xfrm>
            <a:off x="152400" y="2006250"/>
            <a:ext cx="8729561" cy="2984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Database Connection</a:t>
            </a:r>
            <a:endParaRPr/>
          </a:p>
        </p:txBody>
      </p:sp>
      <p:pic>
        <p:nvPicPr>
          <p:cNvPr id="257" name="Google Shape;257;p41"/>
          <p:cNvPicPr preferRelativeResize="0"/>
          <p:nvPr/>
        </p:nvPicPr>
        <p:blipFill>
          <a:blip r:embed="rId3">
            <a:alphaModFix/>
          </a:blip>
          <a:stretch>
            <a:fillRect/>
          </a:stretch>
        </p:blipFill>
        <p:spPr>
          <a:xfrm>
            <a:off x="152400" y="2006250"/>
            <a:ext cx="6800850" cy="1657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Raw SQL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Raw SQL</a:t>
            </a:r>
            <a:endParaRPr/>
          </a:p>
        </p:txBody>
      </p:sp>
      <p:sp>
        <p:nvSpPr>
          <p:cNvPr id="268" name="Google Shape;268;p4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 kita belajar dengan  fitur ORM di GORM, kita akan bahas tentang bagaimana cara menggunakan Raw SQL</a:t>
            </a:r>
            <a:endParaRPr/>
          </a:p>
          <a:p>
            <a:pPr indent="-311150" lvl="0" marL="457200" rtl="0" algn="l">
              <a:spcBef>
                <a:spcPts val="0"/>
              </a:spcBef>
              <a:spcAft>
                <a:spcPts val="0"/>
              </a:spcAft>
              <a:buSzPts val="1300"/>
              <a:buChar char="●"/>
            </a:pPr>
            <a:r>
              <a:rPr lang="id"/>
              <a:t>Raw SQL artinya membuat query SQL secara manual</a:t>
            </a:r>
            <a:endParaRPr/>
          </a:p>
          <a:p>
            <a:pPr indent="-311150" lvl="0" marL="457200" rtl="0" algn="l">
              <a:spcBef>
                <a:spcPts val="0"/>
              </a:spcBef>
              <a:spcAft>
                <a:spcPts val="0"/>
              </a:spcAft>
              <a:buSzPts val="1300"/>
              <a:buChar char="●"/>
            </a:pPr>
            <a:r>
              <a:rPr lang="id"/>
              <a:t>Terdapat dua jenis SQL, untuk melakukan Query (Select), atau untuk mengubah data (Insert, Update, Delete)</a:t>
            </a:r>
            <a:endParaRPr/>
          </a:p>
          <a:p>
            <a:pPr indent="-311150" lvl="0" marL="457200" rtl="0" algn="l">
              <a:spcBef>
                <a:spcPts val="0"/>
              </a:spcBef>
              <a:spcAft>
                <a:spcPts val="0"/>
              </a:spcAft>
              <a:buSzPts val="1300"/>
              <a:buChar char="●"/>
            </a:pPr>
            <a:r>
              <a:rPr lang="id"/>
              <a:t>Untuk melakukan Query, kita bisa menggunakan method Raw(sql) di gorm.DB</a:t>
            </a:r>
            <a:endParaRPr/>
          </a:p>
          <a:p>
            <a:pPr indent="-311150" lvl="0" marL="457200" rtl="0" algn="l">
              <a:spcBef>
                <a:spcPts val="0"/>
              </a:spcBef>
              <a:spcAft>
                <a:spcPts val="0"/>
              </a:spcAft>
              <a:buSzPts val="1300"/>
              <a:buChar char="●"/>
            </a:pPr>
            <a:r>
              <a:rPr lang="id"/>
              <a:t>Dan untuk melakukan manipulasi data, bisa gunakan method Exec(sql) di gorm.DB</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Table Sample</a:t>
            </a:r>
            <a:endParaRPr/>
          </a:p>
        </p:txBody>
      </p:sp>
      <p:pic>
        <p:nvPicPr>
          <p:cNvPr id="274" name="Google Shape;274;p44"/>
          <p:cNvPicPr preferRelativeResize="0"/>
          <p:nvPr/>
        </p:nvPicPr>
        <p:blipFill>
          <a:blip r:embed="rId3">
            <a:alphaModFix/>
          </a:blip>
          <a:stretch>
            <a:fillRect/>
          </a:stretch>
        </p:blipFill>
        <p:spPr>
          <a:xfrm>
            <a:off x="152400" y="2006250"/>
            <a:ext cx="6581775" cy="1762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Execute SQL</a:t>
            </a:r>
            <a:endParaRPr/>
          </a:p>
        </p:txBody>
      </p:sp>
      <p:pic>
        <p:nvPicPr>
          <p:cNvPr id="280" name="Google Shape;280;p45"/>
          <p:cNvPicPr preferRelativeResize="0"/>
          <p:nvPr/>
        </p:nvPicPr>
        <p:blipFill>
          <a:blip r:embed="rId3">
            <a:alphaModFix/>
          </a:blip>
          <a:stretch>
            <a:fillRect/>
          </a:stretch>
        </p:blipFill>
        <p:spPr>
          <a:xfrm>
            <a:off x="152400" y="2006250"/>
            <a:ext cx="8839199" cy="291973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Query SQL</a:t>
            </a:r>
            <a:endParaRPr/>
          </a:p>
        </p:txBody>
      </p:sp>
      <p:pic>
        <p:nvPicPr>
          <p:cNvPr id="286" name="Google Shape;286;p46"/>
          <p:cNvPicPr preferRelativeResize="0"/>
          <p:nvPr/>
        </p:nvPicPr>
        <p:blipFill>
          <a:blip r:embed="rId3">
            <a:alphaModFix/>
          </a:blip>
          <a:stretch>
            <a:fillRect/>
          </a:stretch>
        </p:blipFill>
        <p:spPr>
          <a:xfrm>
            <a:off x="152400" y="2006250"/>
            <a:ext cx="8389372" cy="2984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sql.Row &amp; sql.Rows</a:t>
            </a:r>
            <a:endParaRPr/>
          </a:p>
        </p:txBody>
      </p:sp>
      <p:sp>
        <p:nvSpPr>
          <p:cNvPr id="292" name="Google Shape;292;p4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sendiri sebenarnya didalamnya tetap menggunakan package sql bawaan dari Golang</a:t>
            </a:r>
            <a:endParaRPr/>
          </a:p>
          <a:p>
            <a:pPr indent="-311150" lvl="0" marL="457200" rtl="0" algn="l">
              <a:spcBef>
                <a:spcPts val="0"/>
              </a:spcBef>
              <a:spcAft>
                <a:spcPts val="0"/>
              </a:spcAft>
              <a:buSzPts val="1300"/>
              <a:buChar char="●"/>
            </a:pPr>
            <a:r>
              <a:rPr lang="id"/>
              <a:t>Jika kita ingin mendapatkan hasil Query dalam bentuk sql.Rows, kita bisa menggunakan method Rows() setelah melakukan Query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sql.Row</a:t>
            </a:r>
            <a:endParaRPr/>
          </a:p>
        </p:txBody>
      </p:sp>
      <p:pic>
        <p:nvPicPr>
          <p:cNvPr id="298" name="Google Shape;298;p48"/>
          <p:cNvPicPr preferRelativeResize="0"/>
          <p:nvPr/>
        </p:nvPicPr>
        <p:blipFill>
          <a:blip r:embed="rId3">
            <a:alphaModFix/>
          </a:blip>
          <a:stretch>
            <a:fillRect/>
          </a:stretch>
        </p:blipFill>
        <p:spPr>
          <a:xfrm>
            <a:off x="152400" y="2006250"/>
            <a:ext cx="4095725" cy="1240725"/>
          </a:xfrm>
          <a:prstGeom prst="rect">
            <a:avLst/>
          </a:prstGeom>
          <a:noFill/>
          <a:ln>
            <a:noFill/>
          </a:ln>
        </p:spPr>
      </p:pic>
      <p:pic>
        <p:nvPicPr>
          <p:cNvPr id="299" name="Google Shape;299;p48"/>
          <p:cNvPicPr preferRelativeResize="0"/>
          <p:nvPr/>
        </p:nvPicPr>
        <p:blipFill>
          <a:blip r:embed="rId4">
            <a:alphaModFix/>
          </a:blip>
          <a:stretch>
            <a:fillRect/>
          </a:stretch>
        </p:blipFill>
        <p:spPr>
          <a:xfrm>
            <a:off x="4400525" y="2006250"/>
            <a:ext cx="3211343" cy="2984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gorm.DB.ScanRows()</a:t>
            </a:r>
            <a:endParaRPr/>
          </a:p>
        </p:txBody>
      </p:sp>
      <p:pic>
        <p:nvPicPr>
          <p:cNvPr id="305" name="Google Shape;305;p49"/>
          <p:cNvPicPr preferRelativeResize="0"/>
          <p:nvPr/>
        </p:nvPicPr>
        <p:blipFill>
          <a:blip r:embed="rId3">
            <a:alphaModFix/>
          </a:blip>
          <a:stretch>
            <a:fillRect/>
          </a:stretch>
        </p:blipFill>
        <p:spPr>
          <a:xfrm>
            <a:off x="152400" y="2006250"/>
            <a:ext cx="7414995" cy="2984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Model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Model</a:t>
            </a:r>
            <a:endParaRPr/>
          </a:p>
        </p:txBody>
      </p:sp>
      <p:sp>
        <p:nvSpPr>
          <p:cNvPr id="316" name="Google Shape;316;p5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Model atau Entity adalah struct representasi dari tabel di database</a:t>
            </a:r>
            <a:endParaRPr/>
          </a:p>
          <a:p>
            <a:pPr indent="-311150" lvl="0" marL="457200" rtl="0" algn="l">
              <a:spcBef>
                <a:spcPts val="0"/>
              </a:spcBef>
              <a:spcAft>
                <a:spcPts val="0"/>
              </a:spcAft>
              <a:buSzPts val="1300"/>
              <a:buChar char="●"/>
            </a:pPr>
            <a:r>
              <a:rPr lang="id"/>
              <a:t>Saat kita membuat tabel di database, direkomendasikan dibuatkan struct representasinya</a:t>
            </a:r>
            <a:endParaRPr/>
          </a:p>
          <a:p>
            <a:pPr indent="-311150" lvl="0" marL="457200" rtl="0" algn="l">
              <a:spcBef>
                <a:spcPts val="0"/>
              </a:spcBef>
              <a:spcAft>
                <a:spcPts val="0"/>
              </a:spcAft>
              <a:buSzPts val="1300"/>
              <a:buChar char="●"/>
            </a:pPr>
            <a:r>
              <a:rPr lang="id"/>
              <a:t>Hal ini agar kita tidak perlu melakukan pembuatan perintah SQL secara manual lagi</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Tabel User</a:t>
            </a:r>
            <a:endParaRPr/>
          </a:p>
        </p:txBody>
      </p:sp>
      <p:pic>
        <p:nvPicPr>
          <p:cNvPr id="322" name="Google Shape;322;p52"/>
          <p:cNvPicPr preferRelativeResize="0"/>
          <p:nvPr/>
        </p:nvPicPr>
        <p:blipFill>
          <a:blip r:embed="rId3">
            <a:alphaModFix/>
          </a:blip>
          <a:stretch>
            <a:fillRect/>
          </a:stretch>
        </p:blipFill>
        <p:spPr>
          <a:xfrm>
            <a:off x="152400" y="2006250"/>
            <a:ext cx="8839199" cy="240554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User Entity</a:t>
            </a:r>
            <a:endParaRPr/>
          </a:p>
        </p:txBody>
      </p:sp>
      <p:pic>
        <p:nvPicPr>
          <p:cNvPr id="328" name="Google Shape;328;p53"/>
          <p:cNvPicPr preferRelativeResize="0"/>
          <p:nvPr/>
        </p:nvPicPr>
        <p:blipFill>
          <a:blip r:embed="rId3">
            <a:alphaModFix/>
          </a:blip>
          <a:stretch>
            <a:fillRect/>
          </a:stretch>
        </p:blipFill>
        <p:spPr>
          <a:xfrm>
            <a:off x="152400" y="2006250"/>
            <a:ext cx="7348055" cy="2984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Convention</a:t>
            </a:r>
            <a:endParaRPr/>
          </a:p>
        </p:txBody>
      </p:sp>
      <p:sp>
        <p:nvSpPr>
          <p:cNvPr id="334" name="Google Shape;334;p5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membuat struct, secara default GORM akan melakukan mapping secara otomatis, dimana nama tabel akan dipilih dari nama Struct menggunakan lower_case jamak, sedangkan nama kolom akan dipilih menggunakan lower_case.</a:t>
            </a:r>
            <a:endParaRPr/>
          </a:p>
          <a:p>
            <a:pPr indent="-311150" lvl="0" marL="457200" rtl="0" algn="l">
              <a:spcBef>
                <a:spcPts val="0"/>
              </a:spcBef>
              <a:spcAft>
                <a:spcPts val="0"/>
              </a:spcAft>
              <a:buSzPts val="1300"/>
              <a:buChar char="●"/>
            </a:pPr>
            <a:r>
              <a:rPr lang="id"/>
              <a:t>Selain itu, secara otomatis GORM akan memilih field ID sebagai primary key</a:t>
            </a:r>
            <a:endParaRPr/>
          </a:p>
          <a:p>
            <a:pPr indent="-311150" lvl="0" marL="457200" rtl="0" algn="l">
              <a:spcBef>
                <a:spcPts val="0"/>
              </a:spcBef>
              <a:spcAft>
                <a:spcPts val="0"/>
              </a:spcAft>
              <a:buSzPts val="1300"/>
              <a:buChar char="●"/>
            </a:pPr>
            <a:r>
              <a:rPr lang="id"/>
              <a:t>Namun, sebenarnya disarankan dibanding dilakukan secara otomatis menggunakan GORM, lebih baik kita deklarasikan secara manual menggunakan tag</a:t>
            </a:r>
            <a:endParaRPr/>
          </a:p>
          <a:p>
            <a:pPr indent="-311150" lvl="0" marL="457200" rtl="0" algn="l">
              <a:spcBef>
                <a:spcPts val="0"/>
              </a:spcBef>
              <a:spcAft>
                <a:spcPts val="0"/>
              </a:spcAft>
              <a:buSzPts val="1300"/>
              <a:buChar char="●"/>
            </a:pPr>
            <a:r>
              <a:rPr lang="id" u="sng">
                <a:solidFill>
                  <a:schemeClr val="hlink"/>
                </a:solidFill>
                <a:hlinkClick r:id="rId3"/>
              </a:rPr>
              <a:t>https://gorm.io/docs/models.html#Fields-Tags</a:t>
            </a:r>
            <a:r>
              <a:rPr lang="id"/>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User Entity dengan Tag</a:t>
            </a:r>
            <a:endParaRPr/>
          </a:p>
        </p:txBody>
      </p:sp>
      <p:pic>
        <p:nvPicPr>
          <p:cNvPr id="340" name="Google Shape;340;p55"/>
          <p:cNvPicPr preferRelativeResize="0"/>
          <p:nvPr/>
        </p:nvPicPr>
        <p:blipFill>
          <a:blip r:embed="rId3">
            <a:alphaModFix/>
          </a:blip>
          <a:stretch>
            <a:fillRect/>
          </a:stretch>
        </p:blipFill>
        <p:spPr>
          <a:xfrm>
            <a:off x="152400" y="2006250"/>
            <a:ext cx="8067675" cy="2857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Table Name</a:t>
            </a:r>
            <a:endParaRPr/>
          </a:p>
        </p:txBody>
      </p:sp>
      <p:sp>
        <p:nvSpPr>
          <p:cNvPr id="346" name="Google Shape;346;p5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nama tabel akan menggunakan lower_case dan jamak.</a:t>
            </a:r>
            <a:endParaRPr/>
          </a:p>
          <a:p>
            <a:pPr indent="-311150" lvl="0" marL="457200" rtl="0" algn="l">
              <a:spcBef>
                <a:spcPts val="0"/>
              </a:spcBef>
              <a:spcAft>
                <a:spcPts val="0"/>
              </a:spcAft>
              <a:buSzPts val="1300"/>
              <a:buChar char="●"/>
            </a:pPr>
            <a:r>
              <a:rPr lang="id"/>
              <a:t>Misal struct User akan menggunakan tabel users</a:t>
            </a:r>
            <a:endParaRPr/>
          </a:p>
          <a:p>
            <a:pPr indent="-311150" lvl="0" marL="457200" rtl="0" algn="l">
              <a:spcBef>
                <a:spcPts val="0"/>
              </a:spcBef>
              <a:spcAft>
                <a:spcPts val="0"/>
              </a:spcAft>
              <a:buSzPts val="1300"/>
              <a:buChar char="●"/>
            </a:pPr>
            <a:r>
              <a:rPr lang="id"/>
              <a:t>Misal struct OrderDetail akan menggunakan tabel order_details</a:t>
            </a:r>
            <a:endParaRPr/>
          </a:p>
          <a:p>
            <a:pPr indent="-311150" lvl="0" marL="457200" rtl="0" algn="l">
              <a:spcBef>
                <a:spcPts val="0"/>
              </a:spcBef>
              <a:spcAft>
                <a:spcPts val="0"/>
              </a:spcAft>
              <a:buSzPts val="1300"/>
              <a:buChar char="●"/>
            </a:pPr>
            <a:r>
              <a:rPr lang="id"/>
              <a:t>Namun jika kita ingin menggunakan manual nama tabel nya, kita bisa menggunakan interface Tabler, yang mewajibkan membuat method dengan nama TableName()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User Entity</a:t>
            </a:r>
            <a:endParaRPr/>
          </a:p>
        </p:txBody>
      </p:sp>
      <p:pic>
        <p:nvPicPr>
          <p:cNvPr id="352" name="Google Shape;352;p57"/>
          <p:cNvPicPr preferRelativeResize="0"/>
          <p:nvPr/>
        </p:nvPicPr>
        <p:blipFill>
          <a:blip r:embed="rId3">
            <a:alphaModFix/>
          </a:blip>
          <a:stretch>
            <a:fillRect/>
          </a:stretch>
        </p:blipFill>
        <p:spPr>
          <a:xfrm>
            <a:off x="152400" y="2006250"/>
            <a:ext cx="8452748" cy="29848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Model Conventions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Model Conventions</a:t>
            </a:r>
            <a:endParaRPr/>
          </a:p>
        </p:txBody>
      </p:sp>
      <p:sp>
        <p:nvSpPr>
          <p:cNvPr id="363" name="Google Shape;363;p5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struct untuk Model, jika kita mengikuti aturan dari GORM, sebenarnya kita tidak perlu menggunakan tag</a:t>
            </a:r>
            <a:endParaRPr/>
          </a:p>
          <a:p>
            <a:pPr indent="-311150" lvl="0" marL="457200" rtl="0" algn="l">
              <a:spcBef>
                <a:spcPts val="0"/>
              </a:spcBef>
              <a:spcAft>
                <a:spcPts val="0"/>
              </a:spcAft>
              <a:buSzPts val="1300"/>
              <a:buChar char="●"/>
            </a:pPr>
            <a:r>
              <a:rPr lang="id"/>
              <a:t>Sekarang kita akan bahas beberapa convention yang digunakan oleh GORM</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ID Sebagai Primary Key</a:t>
            </a:r>
            <a:endParaRPr/>
          </a:p>
        </p:txBody>
      </p:sp>
      <p:sp>
        <p:nvSpPr>
          <p:cNvPr id="369" name="Google Shape;369;p6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secara default menggunakan field ID sebagai primary key</a:t>
            </a:r>
            <a:endParaRPr/>
          </a:p>
          <a:p>
            <a:pPr indent="-311150" lvl="0" marL="457200" rtl="0" algn="l">
              <a:spcBef>
                <a:spcPts val="0"/>
              </a:spcBef>
              <a:spcAft>
                <a:spcPts val="0"/>
              </a:spcAft>
              <a:buSzPts val="1300"/>
              <a:buChar char="●"/>
            </a:pPr>
            <a:r>
              <a:rPr lang="id"/>
              <a:t>Jika kita membuat field ID di struct Model, secara default akan digunakan sebagai primary key di tabel</a:t>
            </a:r>
            <a:endParaRPr/>
          </a:p>
          <a:p>
            <a:pPr indent="-311150" lvl="0" marL="457200" rtl="0" algn="l">
              <a:spcBef>
                <a:spcPts val="0"/>
              </a:spcBef>
              <a:spcAft>
                <a:spcPts val="0"/>
              </a:spcAft>
              <a:buSzPts val="1300"/>
              <a:buChar char="●"/>
            </a:pPr>
            <a:r>
              <a:rPr lang="id"/>
              <a:t>Jika kita ingin memilih field lain selain ID, maka kita harus menggunakan tag gorm:”</a:t>
            </a:r>
            <a:r>
              <a:rPr lang="id"/>
              <a:t>primaryKey</a:t>
            </a:r>
            <a:r>
              <a:rPr lang="id"/>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Table Name</a:t>
            </a:r>
            <a:endParaRPr/>
          </a:p>
        </p:txBody>
      </p:sp>
      <p:sp>
        <p:nvSpPr>
          <p:cNvPr id="375" name="Google Shape;375;p6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secara default akan menggunakan nama tabel dengan format snake_cases (lowercase, menggunakan _ sebagai pemisah, dan dijadikan jamak)</a:t>
            </a:r>
            <a:endParaRPr/>
          </a:p>
          <a:p>
            <a:pPr indent="-311150" lvl="0" marL="457200" rtl="0" algn="l">
              <a:spcBef>
                <a:spcPts val="0"/>
              </a:spcBef>
              <a:spcAft>
                <a:spcPts val="0"/>
              </a:spcAft>
              <a:buSzPts val="1300"/>
              <a:buChar char="●"/>
            </a:pPr>
            <a:r>
              <a:rPr lang="id"/>
              <a:t>Misal untuk struct User, secara default akan menggunakan nama tabel users</a:t>
            </a:r>
            <a:endParaRPr/>
          </a:p>
          <a:p>
            <a:pPr indent="-311150" lvl="0" marL="457200" rtl="0" algn="l">
              <a:spcBef>
                <a:spcPts val="0"/>
              </a:spcBef>
              <a:spcAft>
                <a:spcPts val="0"/>
              </a:spcAft>
              <a:buSzPts val="1300"/>
              <a:buChar char="●"/>
            </a:pPr>
            <a:r>
              <a:rPr lang="id"/>
              <a:t>Untuk struct OrderDetail secara default akan menggunakan nama tabel order_details</a:t>
            </a:r>
            <a:endParaRPr/>
          </a:p>
          <a:p>
            <a:pPr indent="-311150" lvl="0" marL="457200" rtl="0" algn="l">
              <a:spcBef>
                <a:spcPts val="0"/>
              </a:spcBef>
              <a:spcAft>
                <a:spcPts val="0"/>
              </a:spcAft>
              <a:buSzPts val="1300"/>
              <a:buChar char="●"/>
            </a:pPr>
            <a:r>
              <a:rPr lang="id"/>
              <a:t>Jika kita ingin mengubah nama default tabel nya, maka kita harus implementasi interface Tabler dengan menambahkan method TableName()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Column Name</a:t>
            </a:r>
            <a:endParaRPr/>
          </a:p>
        </p:txBody>
      </p:sp>
      <p:sp>
        <p:nvSpPr>
          <p:cNvPr id="381" name="Google Shape;381;p6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secara default akan menggunakan snake_case untuk nama kolom dari struct Model yang kita buat</a:t>
            </a:r>
            <a:endParaRPr/>
          </a:p>
          <a:p>
            <a:pPr indent="-311150" lvl="0" marL="457200" rtl="0" algn="l">
              <a:spcBef>
                <a:spcPts val="0"/>
              </a:spcBef>
              <a:spcAft>
                <a:spcPts val="0"/>
              </a:spcAft>
              <a:buSzPts val="1300"/>
              <a:buChar char="●"/>
            </a:pPr>
            <a:r>
              <a:rPr lang="id"/>
              <a:t>Misal jika field ID artinya kolomnya id</a:t>
            </a:r>
            <a:endParaRPr/>
          </a:p>
          <a:p>
            <a:pPr indent="-311150" lvl="0" marL="457200" rtl="0" algn="l">
              <a:spcBef>
                <a:spcPts val="0"/>
              </a:spcBef>
              <a:spcAft>
                <a:spcPts val="0"/>
              </a:spcAft>
              <a:buSzPts val="1300"/>
              <a:buChar char="●"/>
            </a:pPr>
            <a:r>
              <a:rPr lang="id"/>
              <a:t>Jika field FirstName artinya kolomnya first_name</a:t>
            </a:r>
            <a:endParaRPr/>
          </a:p>
          <a:p>
            <a:pPr indent="-311150" lvl="0" marL="457200" rtl="0" algn="l">
              <a:spcBef>
                <a:spcPts val="0"/>
              </a:spcBef>
              <a:spcAft>
                <a:spcPts val="0"/>
              </a:spcAft>
              <a:buSzPts val="1300"/>
              <a:buChar char="●"/>
            </a:pPr>
            <a:r>
              <a:rPr lang="id"/>
              <a:t>Jika kita ingin mengubah nama kolom, kita bisa menggunakan tag gorm:”column:nama_kolom”</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Timestamp Tracking</a:t>
            </a:r>
            <a:endParaRPr/>
          </a:p>
        </p:txBody>
      </p:sp>
      <p:sp>
        <p:nvSpPr>
          <p:cNvPr id="387" name="Google Shape;387;p6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memiliki fitur timestamp tracking, yaitu melakukan perubahan otomatis untuk waktu dibuat dan diubah nya Model menggunakan field CreatedAt dan UpdatedAt</a:t>
            </a:r>
            <a:endParaRPr/>
          </a:p>
          <a:p>
            <a:pPr indent="-311150" lvl="0" marL="457200" rtl="0" algn="l">
              <a:spcBef>
                <a:spcPts val="0"/>
              </a:spcBef>
              <a:spcAft>
                <a:spcPts val="0"/>
              </a:spcAft>
              <a:buSzPts val="1300"/>
              <a:buChar char="●"/>
            </a:pPr>
            <a:r>
              <a:rPr lang="id"/>
              <a:t>CreatedAt dan UpdatedAt secara default akan menggunakan time.Now() ketika dibuat</a:t>
            </a:r>
            <a:endParaRPr/>
          </a:p>
          <a:p>
            <a:pPr indent="-311150" lvl="0" marL="457200" rtl="0" algn="l">
              <a:spcBef>
                <a:spcPts val="0"/>
              </a:spcBef>
              <a:spcAft>
                <a:spcPts val="0"/>
              </a:spcAft>
              <a:buSzPts val="1300"/>
              <a:buChar char="●"/>
            </a:pPr>
            <a:r>
              <a:rPr lang="id"/>
              <a:t>UpdatedAt akan selalu diubah menjadi time.Now() ketika diupdate datanya</a:t>
            </a:r>
            <a:endParaRPr/>
          </a:p>
          <a:p>
            <a:pPr indent="-311150" lvl="0" marL="457200" rtl="0" algn="l">
              <a:spcBef>
                <a:spcPts val="0"/>
              </a:spcBef>
              <a:spcAft>
                <a:spcPts val="0"/>
              </a:spcAft>
              <a:buSzPts val="1300"/>
              <a:buChar char="●"/>
            </a:pPr>
            <a:r>
              <a:rPr lang="id"/>
              <a:t>Jika kita ingin mengubah nama field nya, kita bisa tambahkan gorm:”autoCreateTime:true” untuk CreatedAt</a:t>
            </a:r>
            <a:endParaRPr/>
          </a:p>
          <a:p>
            <a:pPr indent="-311150" lvl="0" marL="457200" rtl="0" algn="l">
              <a:spcBef>
                <a:spcPts val="0"/>
              </a:spcBef>
              <a:spcAft>
                <a:spcPts val="0"/>
              </a:spcAft>
              <a:buSzPts val="1300"/>
              <a:buChar char="●"/>
            </a:pPr>
            <a:r>
              <a:rPr lang="id"/>
              <a:t>Dan menggunakan gorm:”autoUpdateTime:true” untuk UpdatedAt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Field Permission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Field Permission</a:t>
            </a:r>
            <a:endParaRPr/>
          </a:p>
        </p:txBody>
      </p:sp>
      <p:sp>
        <p:nvSpPr>
          <p:cNvPr id="398" name="Google Shape;398;p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semua field di struct Model akan dianggap kolom di tabel</a:t>
            </a:r>
            <a:endParaRPr/>
          </a:p>
          <a:p>
            <a:pPr indent="-311150" lvl="0" marL="457200" rtl="0" algn="l">
              <a:spcBef>
                <a:spcPts val="0"/>
              </a:spcBef>
              <a:spcAft>
                <a:spcPts val="0"/>
              </a:spcAft>
              <a:buSzPts val="1300"/>
              <a:buChar char="●"/>
            </a:pPr>
            <a:r>
              <a:rPr lang="id"/>
              <a:t>Dan semua perubahan di field, akan di update ke tabel di database</a:t>
            </a:r>
            <a:endParaRPr/>
          </a:p>
          <a:p>
            <a:pPr indent="-311150" lvl="0" marL="457200" rtl="0" algn="l">
              <a:spcBef>
                <a:spcPts val="0"/>
              </a:spcBef>
              <a:spcAft>
                <a:spcPts val="0"/>
              </a:spcAft>
              <a:buSzPts val="1300"/>
              <a:buChar char="●"/>
            </a:pPr>
            <a:r>
              <a:rPr lang="id"/>
              <a:t>Namun, kadang-kadang, mungkin kita ingin membuat field yang tidak merepresentasikan kolom di tabel sehingga tidak perlu di create / update</a:t>
            </a:r>
            <a:endParaRPr/>
          </a:p>
          <a:p>
            <a:pPr indent="-311150" lvl="0" marL="457200" rtl="0" algn="l">
              <a:spcBef>
                <a:spcPts val="0"/>
              </a:spcBef>
              <a:spcAft>
                <a:spcPts val="0"/>
              </a:spcAft>
              <a:buSzPts val="1300"/>
              <a:buChar char="●"/>
            </a:pPr>
            <a:r>
              <a:rPr lang="id"/>
              <a:t>Atau mungkin terdapat kolom yang tidak perlu di update lagi</a:t>
            </a:r>
            <a:endParaRPr/>
          </a:p>
          <a:p>
            <a:pPr indent="-311150" lvl="0" marL="457200" rtl="0" algn="l">
              <a:spcBef>
                <a:spcPts val="0"/>
              </a:spcBef>
              <a:spcAft>
                <a:spcPts val="0"/>
              </a:spcAft>
              <a:buSzPts val="1300"/>
              <a:buChar char="●"/>
            </a:pPr>
            <a:r>
              <a:rPr lang="id"/>
              <a:t>Untuk mendukung kasus seperti itu, GORM menyediakan Field Permission menggunakan tag gorm</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GORM Field Permission</a:t>
            </a:r>
            <a:endParaRPr/>
          </a:p>
        </p:txBody>
      </p:sp>
      <p:graphicFrame>
        <p:nvGraphicFramePr>
          <p:cNvPr id="404" name="Google Shape;404;p66"/>
          <p:cNvGraphicFramePr/>
          <p:nvPr/>
        </p:nvGraphicFramePr>
        <p:xfrm>
          <a:off x="952500" y="2000250"/>
          <a:ext cx="3000000" cy="3000000"/>
        </p:xfrm>
        <a:graphic>
          <a:graphicData uri="http://schemas.openxmlformats.org/drawingml/2006/table">
            <a:tbl>
              <a:tblPr>
                <a:noFill/>
                <a:tableStyleId>{2B6B3A53-4462-470D-B1B3-342142CBC71A}</a:tableStyleId>
              </a:tblPr>
              <a:tblGrid>
                <a:gridCol w="936650"/>
                <a:gridCol w="6302350"/>
              </a:tblGrid>
              <a:tr h="381000">
                <a:tc>
                  <a:txBody>
                    <a:bodyPr/>
                    <a:lstStyle/>
                    <a:p>
                      <a:pPr indent="0" lvl="0" marL="0" rtl="0" algn="l">
                        <a:spcBef>
                          <a:spcPts val="0"/>
                        </a:spcBef>
                        <a:spcAft>
                          <a:spcPts val="0"/>
                        </a:spcAft>
                        <a:buNone/>
                      </a:pPr>
                      <a:r>
                        <a:rPr lang="id"/>
                        <a:t>Tag</a:t>
                      </a:r>
                      <a:endParaRPr/>
                    </a:p>
                  </a:txBody>
                  <a:tcPr marT="91425" marB="91425" marR="91425" marL="91425">
                    <a:solidFill>
                      <a:schemeClr val="dk1"/>
                    </a:solidFill>
                  </a:tcPr>
                </a:tc>
                <a:tc>
                  <a:txBody>
                    <a:bodyPr/>
                    <a:lstStyle/>
                    <a:p>
                      <a:pPr indent="0" lvl="0" marL="0" rtl="0" algn="l">
                        <a:spcBef>
                          <a:spcPts val="0"/>
                        </a:spcBef>
                        <a:spcAft>
                          <a:spcPts val="0"/>
                        </a:spcAft>
                        <a:buNone/>
                      </a:pPr>
                      <a:r>
                        <a:rPr lang="id"/>
                        <a:t>Keterangan</a:t>
                      </a:r>
                      <a:endParaRPr/>
                    </a:p>
                  </a:txBody>
                  <a:tcPr marT="91425" marB="91425" marR="91425" marL="91425">
                    <a:solidFill>
                      <a:schemeClr val="dk1"/>
                    </a:solidFill>
                  </a:tcPr>
                </a:tc>
              </a:tr>
              <a:tr h="381000">
                <a:tc>
                  <a:txBody>
                    <a:bodyPr/>
                    <a:lstStyle/>
                    <a:p>
                      <a:pPr indent="0" lvl="0" marL="0" rtl="0" algn="l">
                        <a:spcBef>
                          <a:spcPts val="0"/>
                        </a:spcBef>
                        <a:spcAft>
                          <a:spcPts val="0"/>
                        </a:spcAft>
                        <a:buNone/>
                      </a:pPr>
                      <a:r>
                        <a:rPr lang="id"/>
                        <a:t>&lt;-</a:t>
                      </a:r>
                      <a:endParaRPr/>
                    </a:p>
                  </a:txBody>
                  <a:tcPr marT="91425" marB="91425" marR="91425" marL="91425"/>
                </a:tc>
                <a:tc>
                  <a:txBody>
                    <a:bodyPr/>
                    <a:lstStyle/>
                    <a:p>
                      <a:pPr indent="0" lvl="0" marL="0" rtl="0" algn="l">
                        <a:spcBef>
                          <a:spcPts val="0"/>
                        </a:spcBef>
                        <a:spcAft>
                          <a:spcPts val="0"/>
                        </a:spcAft>
                        <a:buNone/>
                      </a:pPr>
                      <a:r>
                        <a:rPr lang="id"/>
                        <a:t>Write permission, &lt;-:create untuk create only, &lt;-:update untuk update only, &lt;- untuk create dan update</a:t>
                      </a:r>
                      <a:endParaRPr/>
                    </a:p>
                  </a:txBody>
                  <a:tcPr marT="91425" marB="91425" marR="91425" marL="91425"/>
                </a:tc>
              </a:tr>
              <a:tr h="381000">
                <a:tc>
                  <a:txBody>
                    <a:bodyPr/>
                    <a:lstStyle/>
                    <a:p>
                      <a:pPr indent="0" lvl="0" marL="0" rtl="0" algn="l">
                        <a:spcBef>
                          <a:spcPts val="0"/>
                        </a:spcBef>
                        <a:spcAft>
                          <a:spcPts val="0"/>
                        </a:spcAft>
                        <a:buNone/>
                      </a:pPr>
                      <a:r>
                        <a:rPr lang="id"/>
                        <a:t>-&gt;</a:t>
                      </a:r>
                      <a:endParaRPr/>
                    </a:p>
                  </a:txBody>
                  <a:tcPr marT="91425" marB="91425" marR="91425" marL="91425"/>
                </a:tc>
                <a:tc>
                  <a:txBody>
                    <a:bodyPr/>
                    <a:lstStyle/>
                    <a:p>
                      <a:pPr indent="0" lvl="0" marL="0" rtl="0" algn="l">
                        <a:spcBef>
                          <a:spcPts val="0"/>
                        </a:spcBef>
                        <a:spcAft>
                          <a:spcPts val="0"/>
                        </a:spcAft>
                        <a:buNone/>
                      </a:pPr>
                      <a:r>
                        <a:rPr lang="id"/>
                        <a:t>Read permission, -&gt;:false untuk no read permission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ignore field ini, tidak ada read/write permission</a:t>
                      </a:r>
                      <a:endParaRPr/>
                    </a:p>
                  </a:txBody>
                  <a:tcPr marT="91425" marB="91425" marR="91425" marL="91425"/>
                </a:tc>
              </a:tr>
            </a:tbl>
          </a:graphicData>
        </a:graphic>
      </p:graphicFrame>
      <p:sp>
        <p:nvSpPr>
          <p:cNvPr id="405" name="Google Shape;405;p66"/>
          <p:cNvSpPr txBox="1"/>
          <p:nvPr/>
        </p:nvSpPr>
        <p:spPr>
          <a:xfrm>
            <a:off x="0" y="0"/>
            <a:ext cx="6244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u="sng">
                <a:solidFill>
                  <a:schemeClr val="hlink"/>
                </a:solidFill>
                <a:hlinkClick r:id="rId3"/>
              </a:rPr>
              <a:t>https://gorm.io/docs/models.html#Fields-Tags</a:t>
            </a:r>
            <a:r>
              <a:rPr lang="id"/>
              <a: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User Entity</a:t>
            </a:r>
            <a:endParaRPr/>
          </a:p>
        </p:txBody>
      </p:sp>
      <p:pic>
        <p:nvPicPr>
          <p:cNvPr id="411" name="Google Shape;411;p67"/>
          <p:cNvPicPr preferRelativeResize="0"/>
          <p:nvPr/>
        </p:nvPicPr>
        <p:blipFill>
          <a:blip r:embed="rId3">
            <a:alphaModFix/>
          </a:blip>
          <a:stretch>
            <a:fillRect/>
          </a:stretch>
        </p:blipFill>
        <p:spPr>
          <a:xfrm>
            <a:off x="152400" y="2006250"/>
            <a:ext cx="7840545" cy="29848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Embedded Struct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Embedded Struct</a:t>
            </a:r>
            <a:endParaRPr/>
          </a:p>
        </p:txBody>
      </p:sp>
      <p:sp>
        <p:nvSpPr>
          <p:cNvPr id="422" name="Google Shape;422;p6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field di Model akan menjadi kolom di tabel, kecuali yang menggunakan - field permission</a:t>
            </a:r>
            <a:endParaRPr/>
          </a:p>
          <a:p>
            <a:pPr indent="-311150" lvl="0" marL="457200" rtl="0" algn="l">
              <a:spcBef>
                <a:spcPts val="0"/>
              </a:spcBef>
              <a:spcAft>
                <a:spcPts val="0"/>
              </a:spcAft>
              <a:buSzPts val="1300"/>
              <a:buChar char="●"/>
            </a:pPr>
            <a:r>
              <a:rPr lang="id"/>
              <a:t>Namun bagaimana jika ternyata field yang kita buat sangat banyak?</a:t>
            </a:r>
            <a:endParaRPr/>
          </a:p>
          <a:p>
            <a:pPr indent="-311150" lvl="0" marL="457200" rtl="0" algn="l">
              <a:spcBef>
                <a:spcPts val="0"/>
              </a:spcBef>
              <a:spcAft>
                <a:spcPts val="0"/>
              </a:spcAft>
              <a:buSzPts val="1300"/>
              <a:buChar char="●"/>
            </a:pPr>
            <a:r>
              <a:rPr lang="id"/>
              <a:t>Kadang-kadang, ada baiknya kita simpan field yang sejenis dalam Struct yang berbeda</a:t>
            </a:r>
            <a:endParaRPr/>
          </a:p>
          <a:p>
            <a:pPr indent="-311150" lvl="0" marL="457200" rtl="0" algn="l">
              <a:spcBef>
                <a:spcPts val="0"/>
              </a:spcBef>
              <a:spcAft>
                <a:spcPts val="0"/>
              </a:spcAft>
              <a:buSzPts val="1300"/>
              <a:buChar char="●"/>
            </a:pPr>
            <a:r>
              <a:rPr lang="id"/>
              <a:t>Untungnya, GORM memiliki fitur bernama embedded struct, dimana kita bisa melakukan embed struct dalam field di Model, sehingga seluruh isi field di embedded struct akan dianggap field di Model utamanya</a:t>
            </a:r>
            <a:endParaRPr/>
          </a:p>
          <a:p>
            <a:pPr indent="-311150" lvl="0" marL="457200" rtl="0" algn="l">
              <a:spcBef>
                <a:spcPts val="0"/>
              </a:spcBef>
              <a:spcAft>
                <a:spcPts val="0"/>
              </a:spcAft>
              <a:buSzPts val="1300"/>
              <a:buChar char="●"/>
            </a:pPr>
            <a:r>
              <a:rPr lang="id"/>
              <a:t>Misal, kita akan tambahkan kolom first_name, middle_name dan last_name pada tabel users</a:t>
            </a:r>
            <a:endParaRPr/>
          </a:p>
          <a:p>
            <a:pPr indent="-311150" lvl="0" marL="457200" rtl="0" algn="l">
              <a:spcBef>
                <a:spcPts val="0"/>
              </a:spcBef>
              <a:spcAft>
                <a:spcPts val="0"/>
              </a:spcAft>
              <a:buSzPts val="1300"/>
              <a:buChar char="●"/>
            </a:pPr>
            <a:r>
              <a:rPr lang="id"/>
              <a:t>Lalu kita akan buat dalam embedded struct Name</a:t>
            </a:r>
            <a:endParaRPr/>
          </a:p>
          <a:p>
            <a:pPr indent="-311150" lvl="0" marL="457200" rtl="0" algn="l">
              <a:spcBef>
                <a:spcPts val="0"/>
              </a:spcBef>
              <a:spcAft>
                <a:spcPts val="0"/>
              </a:spcAft>
              <a:buSzPts val="1300"/>
              <a:buChar char="●"/>
            </a:pPr>
            <a:r>
              <a:rPr lang="id"/>
              <a:t>Kita bisa gunakan tag gorm:”embedded” untuk menandainya sebagai embedded struct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7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Alter Table users</a:t>
            </a:r>
            <a:endParaRPr/>
          </a:p>
        </p:txBody>
      </p:sp>
      <p:pic>
        <p:nvPicPr>
          <p:cNvPr id="428" name="Google Shape;428;p70"/>
          <p:cNvPicPr preferRelativeResize="0"/>
          <p:nvPr/>
        </p:nvPicPr>
        <p:blipFill>
          <a:blip r:embed="rId3">
            <a:alphaModFix/>
          </a:blip>
          <a:stretch>
            <a:fillRect/>
          </a:stretch>
        </p:blipFill>
        <p:spPr>
          <a:xfrm>
            <a:off x="152400" y="2006250"/>
            <a:ext cx="8601075" cy="26384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Struct Name</a:t>
            </a:r>
            <a:endParaRPr/>
          </a:p>
        </p:txBody>
      </p:sp>
      <p:pic>
        <p:nvPicPr>
          <p:cNvPr id="434" name="Google Shape;434;p71"/>
          <p:cNvPicPr preferRelativeResize="0"/>
          <p:nvPr/>
        </p:nvPicPr>
        <p:blipFill>
          <a:blip r:embed="rId3">
            <a:alphaModFix/>
          </a:blip>
          <a:stretch>
            <a:fillRect/>
          </a:stretch>
        </p:blipFill>
        <p:spPr>
          <a:xfrm>
            <a:off x="152400" y="2006250"/>
            <a:ext cx="8553450" cy="15906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User Model</a:t>
            </a:r>
            <a:endParaRPr/>
          </a:p>
        </p:txBody>
      </p:sp>
      <p:pic>
        <p:nvPicPr>
          <p:cNvPr id="440" name="Google Shape;440;p72"/>
          <p:cNvPicPr preferRelativeResize="0"/>
          <p:nvPr/>
        </p:nvPicPr>
        <p:blipFill>
          <a:blip r:embed="rId3">
            <a:alphaModFix/>
          </a:blip>
          <a:stretch>
            <a:fillRect/>
          </a:stretch>
        </p:blipFill>
        <p:spPr>
          <a:xfrm>
            <a:off x="152400" y="2006250"/>
            <a:ext cx="8045039" cy="29848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Create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Create</a:t>
            </a:r>
            <a:endParaRPr/>
          </a:p>
        </p:txBody>
      </p:sp>
      <p:sp>
        <p:nvSpPr>
          <p:cNvPr id="451" name="Google Shape;451;p7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memasukkan data ke database, kita tidak perlu membuat SQL Insert secara manual</a:t>
            </a:r>
            <a:endParaRPr/>
          </a:p>
          <a:p>
            <a:pPr indent="-311150" lvl="0" marL="457200" rtl="0" algn="l">
              <a:spcBef>
                <a:spcPts val="0"/>
              </a:spcBef>
              <a:spcAft>
                <a:spcPts val="0"/>
              </a:spcAft>
              <a:buSzPts val="1300"/>
              <a:buChar char="●"/>
            </a:pPr>
            <a:r>
              <a:rPr lang="id"/>
              <a:t>GORM bisa membaca data dari Model yang sudah kita buat, lalu secara otomatis akan membuatkan perintah SQL sesuai dengan data Model yang kita buat</a:t>
            </a:r>
            <a:endParaRPr/>
          </a:p>
          <a:p>
            <a:pPr indent="-311150" lvl="0" marL="457200" rtl="0" algn="l">
              <a:spcBef>
                <a:spcPts val="0"/>
              </a:spcBef>
              <a:spcAft>
                <a:spcPts val="0"/>
              </a:spcAft>
              <a:buSzPts val="1300"/>
              <a:buChar char="●"/>
            </a:pPr>
            <a:r>
              <a:rPr lang="id"/>
              <a:t>Kita bisa menggunakan method Create() pada gorm.DB</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Create</a:t>
            </a:r>
            <a:endParaRPr/>
          </a:p>
        </p:txBody>
      </p:sp>
      <p:pic>
        <p:nvPicPr>
          <p:cNvPr id="457" name="Google Shape;457;p75"/>
          <p:cNvPicPr preferRelativeResize="0"/>
          <p:nvPr/>
        </p:nvPicPr>
        <p:blipFill>
          <a:blip r:embed="rId3">
            <a:alphaModFix/>
          </a:blip>
          <a:stretch>
            <a:fillRect/>
          </a:stretch>
        </p:blipFill>
        <p:spPr>
          <a:xfrm>
            <a:off x="4194678" y="2006250"/>
            <a:ext cx="4524375" cy="1038225"/>
          </a:xfrm>
          <a:prstGeom prst="rect">
            <a:avLst/>
          </a:prstGeom>
          <a:noFill/>
          <a:ln>
            <a:noFill/>
          </a:ln>
        </p:spPr>
      </p:pic>
      <p:pic>
        <p:nvPicPr>
          <p:cNvPr id="458" name="Google Shape;458;p75"/>
          <p:cNvPicPr preferRelativeResize="0"/>
          <p:nvPr/>
        </p:nvPicPr>
        <p:blipFill>
          <a:blip r:embed="rId4">
            <a:alphaModFix/>
          </a:blip>
          <a:stretch>
            <a:fillRect/>
          </a:stretch>
        </p:blipFill>
        <p:spPr>
          <a:xfrm>
            <a:off x="152400" y="2006250"/>
            <a:ext cx="3889877" cy="280684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Batch Insert</a:t>
            </a:r>
            <a:endParaRPr/>
          </a:p>
        </p:txBody>
      </p:sp>
      <p:sp>
        <p:nvSpPr>
          <p:cNvPr id="464" name="Google Shape;464;p7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Create() Method, maka tiap data akan dibuatkan SQL Insert</a:t>
            </a:r>
            <a:endParaRPr/>
          </a:p>
          <a:p>
            <a:pPr indent="-311150" lvl="0" marL="457200" rtl="0" algn="l">
              <a:spcBef>
                <a:spcPts val="0"/>
              </a:spcBef>
              <a:spcAft>
                <a:spcPts val="0"/>
              </a:spcAft>
              <a:buSzPts val="1300"/>
              <a:buChar char="●"/>
            </a:pPr>
            <a:r>
              <a:rPr lang="id"/>
              <a:t>Kadang ketika kita ingin memasukkan banyak data sekaligus, ada baiknya kita menggunakan sekali SQL Insert agar lebih efektif</a:t>
            </a:r>
            <a:endParaRPr/>
          </a:p>
          <a:p>
            <a:pPr indent="-311150" lvl="0" marL="457200" rtl="0" algn="l">
              <a:spcBef>
                <a:spcPts val="0"/>
              </a:spcBef>
              <a:spcAft>
                <a:spcPts val="0"/>
              </a:spcAft>
              <a:buSzPts val="1300"/>
              <a:buChar char="●"/>
            </a:pPr>
            <a:r>
              <a:rPr lang="id"/>
              <a:t>GORM mendukung hal ini menggunakan method Create(slices), atau jika ingin menentukan jumlah data per SQL Insert, kita bisa gunakan CreateInBatches(clices, size)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Batch Insert</a:t>
            </a:r>
            <a:endParaRPr/>
          </a:p>
        </p:txBody>
      </p:sp>
      <p:pic>
        <p:nvPicPr>
          <p:cNvPr id="470" name="Google Shape;470;p77"/>
          <p:cNvPicPr preferRelativeResize="0"/>
          <p:nvPr/>
        </p:nvPicPr>
        <p:blipFill>
          <a:blip r:embed="rId3">
            <a:alphaModFix/>
          </a:blip>
          <a:stretch>
            <a:fillRect/>
          </a:stretch>
        </p:blipFill>
        <p:spPr>
          <a:xfrm>
            <a:off x="152400" y="2006250"/>
            <a:ext cx="3360088" cy="2984850"/>
          </a:xfrm>
          <a:prstGeom prst="rect">
            <a:avLst/>
          </a:prstGeom>
          <a:noFill/>
          <a:ln>
            <a:noFill/>
          </a:ln>
        </p:spPr>
      </p:pic>
      <p:pic>
        <p:nvPicPr>
          <p:cNvPr id="471" name="Google Shape;471;p77"/>
          <p:cNvPicPr preferRelativeResize="0"/>
          <p:nvPr/>
        </p:nvPicPr>
        <p:blipFill>
          <a:blip r:embed="rId4">
            <a:alphaModFix/>
          </a:blip>
          <a:stretch>
            <a:fillRect/>
          </a:stretch>
        </p:blipFill>
        <p:spPr>
          <a:xfrm>
            <a:off x="3664888" y="2006250"/>
            <a:ext cx="4391025" cy="10287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Logger</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7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Logger</a:t>
            </a:r>
            <a:endParaRPr/>
          </a:p>
        </p:txBody>
      </p:sp>
      <p:sp>
        <p:nvSpPr>
          <p:cNvPr id="482" name="Google Shape;482;p7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informasi perintah SQL yang dieksekusi oleh GORM tidak akan di log</a:t>
            </a:r>
            <a:endParaRPr/>
          </a:p>
          <a:p>
            <a:pPr indent="-311150" lvl="0" marL="457200" rtl="0" algn="l">
              <a:spcBef>
                <a:spcPts val="0"/>
              </a:spcBef>
              <a:spcAft>
                <a:spcPts val="0"/>
              </a:spcAft>
              <a:buSzPts val="1300"/>
              <a:buChar char="●"/>
            </a:pPr>
            <a:r>
              <a:rPr lang="id"/>
              <a:t>Kita bisa mengubah level log dari GORM menggunakan gorm.Config{} ketika membuat koneksi database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Mengubah Logger</a:t>
            </a:r>
            <a:endParaRPr/>
          </a:p>
        </p:txBody>
      </p:sp>
      <p:pic>
        <p:nvPicPr>
          <p:cNvPr id="488" name="Google Shape;488;p80"/>
          <p:cNvPicPr preferRelativeResize="0"/>
          <p:nvPr/>
        </p:nvPicPr>
        <p:blipFill>
          <a:blip r:embed="rId3">
            <a:alphaModFix/>
          </a:blip>
          <a:stretch>
            <a:fillRect/>
          </a:stretch>
        </p:blipFill>
        <p:spPr>
          <a:xfrm>
            <a:off x="152400" y="2006250"/>
            <a:ext cx="8839200" cy="256944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Transaction</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Transaction</a:t>
            </a:r>
            <a:endParaRPr/>
          </a:p>
        </p:txBody>
      </p:sp>
      <p:sp>
        <p:nvSpPr>
          <p:cNvPr id="499" name="Google Shape;499;p8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Transaction hanya bisa terjadi jika kita menggunakan Database Connection yang sama</a:t>
            </a:r>
            <a:endParaRPr/>
          </a:p>
          <a:p>
            <a:pPr indent="-311150" lvl="0" marL="457200" rtl="0" algn="l">
              <a:spcBef>
                <a:spcPts val="0"/>
              </a:spcBef>
              <a:spcAft>
                <a:spcPts val="0"/>
              </a:spcAft>
              <a:buSzPts val="1300"/>
              <a:buChar char="●"/>
            </a:pPr>
            <a:r>
              <a:rPr lang="id"/>
              <a:t>Saat kita menggunakan Method di gorm.DB, bisa saja tiap Method akan menggunakan Database Connection yang berbeda, karena Connection Pool nya diatur oleh GORM</a:t>
            </a:r>
            <a:endParaRPr/>
          </a:p>
          <a:p>
            <a:pPr indent="-311150" lvl="0" marL="457200" rtl="0" algn="l">
              <a:spcBef>
                <a:spcPts val="0"/>
              </a:spcBef>
              <a:spcAft>
                <a:spcPts val="0"/>
              </a:spcAft>
              <a:buSzPts val="1300"/>
              <a:buChar char="●"/>
            </a:pPr>
            <a:r>
              <a:rPr lang="id"/>
              <a:t>Jika kita ingin melakukan transaction, kita bisa menggunakan method Transaction(callback), dan di dalam function callback kita bisa buat semua kode transaction nya</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Transaction Success</a:t>
            </a:r>
            <a:endParaRPr/>
          </a:p>
        </p:txBody>
      </p:sp>
      <p:pic>
        <p:nvPicPr>
          <p:cNvPr id="505" name="Google Shape;505;p83"/>
          <p:cNvPicPr preferRelativeResize="0"/>
          <p:nvPr/>
        </p:nvPicPr>
        <p:blipFill>
          <a:blip r:embed="rId3">
            <a:alphaModFix/>
          </a:blip>
          <a:stretch>
            <a:fillRect/>
          </a:stretch>
        </p:blipFill>
        <p:spPr>
          <a:xfrm>
            <a:off x="152400" y="2006250"/>
            <a:ext cx="6327671" cy="29848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Transaction Error</a:t>
            </a:r>
            <a:endParaRPr/>
          </a:p>
        </p:txBody>
      </p:sp>
      <p:pic>
        <p:nvPicPr>
          <p:cNvPr id="511" name="Google Shape;511;p84"/>
          <p:cNvPicPr preferRelativeResize="0"/>
          <p:nvPr/>
        </p:nvPicPr>
        <p:blipFill>
          <a:blip r:embed="rId3">
            <a:alphaModFix/>
          </a:blip>
          <a:stretch>
            <a:fillRect/>
          </a:stretch>
        </p:blipFill>
        <p:spPr>
          <a:xfrm>
            <a:off x="152400" y="2006250"/>
            <a:ext cx="7821229" cy="29848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Manual Transaction</a:t>
            </a:r>
            <a:endParaRPr/>
          </a:p>
        </p:txBody>
      </p:sp>
      <p:sp>
        <p:nvSpPr>
          <p:cNvPr id="517" name="Google Shape;517;p8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menggunakan Method Transaction(callback) , kita juga bisa melakukan manajemen transaksi secara manual</a:t>
            </a:r>
            <a:endParaRPr/>
          </a:p>
          <a:p>
            <a:pPr indent="-311150" lvl="0" marL="457200" rtl="0" algn="l">
              <a:spcBef>
                <a:spcPts val="0"/>
              </a:spcBef>
              <a:spcAft>
                <a:spcPts val="0"/>
              </a:spcAft>
              <a:buSzPts val="1300"/>
              <a:buChar char="●"/>
            </a:pPr>
            <a:r>
              <a:rPr lang="id"/>
              <a:t>Kita bisa membuat object gorm.</a:t>
            </a:r>
            <a:r>
              <a:rPr lang="id"/>
              <a:t>DB</a:t>
            </a:r>
            <a:r>
              <a:rPr lang="id"/>
              <a:t> baru ketika menjalankan transaksi menggunakan method Begin()</a:t>
            </a:r>
            <a:endParaRPr/>
          </a:p>
          <a:p>
            <a:pPr indent="-311150" lvl="0" marL="457200" rtl="0" algn="l">
              <a:spcBef>
                <a:spcPts val="0"/>
              </a:spcBef>
              <a:spcAft>
                <a:spcPts val="0"/>
              </a:spcAft>
              <a:buSzPts val="1300"/>
              <a:buChar char="●"/>
            </a:pPr>
            <a:r>
              <a:rPr lang="id"/>
              <a:t>Ketika ingin melakukan commit, kita bisa menggunakan method Commit()</a:t>
            </a:r>
            <a:endParaRPr/>
          </a:p>
          <a:p>
            <a:pPr indent="-311150" lvl="0" marL="457200" rtl="0" algn="l">
              <a:spcBef>
                <a:spcPts val="0"/>
              </a:spcBef>
              <a:spcAft>
                <a:spcPts val="0"/>
              </a:spcAft>
              <a:buSzPts val="1300"/>
              <a:buChar char="●"/>
            </a:pPr>
            <a:r>
              <a:rPr lang="id"/>
              <a:t>Ketika ingin melakukan rollback, kita bisa menggunakan method Rollback()</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Manual Transaction Success</a:t>
            </a:r>
            <a:endParaRPr/>
          </a:p>
        </p:txBody>
      </p:sp>
      <p:pic>
        <p:nvPicPr>
          <p:cNvPr id="523" name="Google Shape;523;p86"/>
          <p:cNvPicPr preferRelativeResize="0"/>
          <p:nvPr/>
        </p:nvPicPr>
        <p:blipFill>
          <a:blip r:embed="rId3">
            <a:alphaModFix/>
          </a:blip>
          <a:stretch>
            <a:fillRect/>
          </a:stretch>
        </p:blipFill>
        <p:spPr>
          <a:xfrm>
            <a:off x="152400" y="2006250"/>
            <a:ext cx="7778700" cy="29848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Manual Transaction Error</a:t>
            </a:r>
            <a:endParaRPr/>
          </a:p>
        </p:txBody>
      </p:sp>
      <p:pic>
        <p:nvPicPr>
          <p:cNvPr id="529" name="Google Shape;529;p87"/>
          <p:cNvPicPr preferRelativeResize="0"/>
          <p:nvPr/>
        </p:nvPicPr>
        <p:blipFill>
          <a:blip r:embed="rId3">
            <a:alphaModFix/>
          </a:blip>
          <a:stretch>
            <a:fillRect/>
          </a:stretch>
        </p:blipFill>
        <p:spPr>
          <a:xfrm>
            <a:off x="152400" y="2006250"/>
            <a:ext cx="7443792" cy="29848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Query</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8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Query</a:t>
            </a:r>
            <a:endParaRPr/>
          </a:p>
        </p:txBody>
      </p:sp>
      <p:sp>
        <p:nvSpPr>
          <p:cNvPr id="540" name="Google Shape;540;p8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Sama dengan Create(), GORM juga bisa secara otomatis membuat SQL SELECT dari Model yang kita buat</a:t>
            </a:r>
            <a:endParaRPr/>
          </a:p>
          <a:p>
            <a:pPr indent="-311150" lvl="0" marL="457200" rtl="0" algn="l">
              <a:spcBef>
                <a:spcPts val="0"/>
              </a:spcBef>
              <a:spcAft>
                <a:spcPts val="0"/>
              </a:spcAft>
              <a:buSzPts val="1300"/>
              <a:buChar char="●"/>
            </a:pPr>
            <a:r>
              <a:rPr lang="id"/>
              <a:t>Sehingga kita tidak perlu lagi membuat SQL SELECT secara manual</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9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Single Object</a:t>
            </a:r>
            <a:endParaRPr/>
          </a:p>
        </p:txBody>
      </p:sp>
      <p:sp>
        <p:nvSpPr>
          <p:cNvPr id="546" name="Google Shape;546;p9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menyediakan beberapa Method untuk mengambil single object dari database</a:t>
            </a:r>
            <a:endParaRPr/>
          </a:p>
          <a:p>
            <a:pPr indent="-311150" lvl="0" marL="457200" rtl="0" algn="l">
              <a:spcBef>
                <a:spcPts val="0"/>
              </a:spcBef>
              <a:spcAft>
                <a:spcPts val="0"/>
              </a:spcAft>
              <a:buSzPts val="1300"/>
              <a:buChar char="●"/>
            </a:pPr>
            <a:r>
              <a:rPr lang="id"/>
              <a:t>First(), digunakan untuk mengambil data pertama yang diurutkan berdasarkan id</a:t>
            </a:r>
            <a:endParaRPr/>
          </a:p>
          <a:p>
            <a:pPr indent="-311150" lvl="0" marL="457200" rtl="0" algn="l">
              <a:spcBef>
                <a:spcPts val="0"/>
              </a:spcBef>
              <a:spcAft>
                <a:spcPts val="0"/>
              </a:spcAft>
              <a:buSzPts val="1300"/>
              <a:buChar char="●"/>
            </a:pPr>
            <a:r>
              <a:rPr lang="id"/>
              <a:t>Take(), digunakan untuk mengambil satu data, tanpa diurutkan</a:t>
            </a:r>
            <a:endParaRPr/>
          </a:p>
          <a:p>
            <a:pPr indent="-311150" lvl="0" marL="457200" rtl="0" algn="l">
              <a:spcBef>
                <a:spcPts val="0"/>
              </a:spcBef>
              <a:spcAft>
                <a:spcPts val="0"/>
              </a:spcAft>
              <a:buSzPts val="1300"/>
              <a:buChar char="●"/>
            </a:pPr>
            <a:r>
              <a:rPr lang="id"/>
              <a:t>Last(), digunakan untuk mengambil data terakhir yang diurutkan berdasarkan id</a:t>
            </a:r>
            <a:endParaRPr/>
          </a:p>
          <a:p>
            <a:pPr indent="-311150" lvl="0" marL="457200" rtl="0" algn="l">
              <a:spcBef>
                <a:spcPts val="0"/>
              </a:spcBef>
              <a:spcAft>
                <a:spcPts val="0"/>
              </a:spcAft>
              <a:buSzPts val="1300"/>
              <a:buChar char="●"/>
            </a:pPr>
            <a:r>
              <a:rPr lang="id"/>
              <a:t>Jika data tidak ditemukan, maka akan error gorm.ErrRecordNotFound</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Single Object</a:t>
            </a:r>
            <a:endParaRPr/>
          </a:p>
        </p:txBody>
      </p:sp>
      <p:pic>
        <p:nvPicPr>
          <p:cNvPr id="552" name="Google Shape;552;p91"/>
          <p:cNvPicPr preferRelativeResize="0"/>
          <p:nvPr/>
        </p:nvPicPr>
        <p:blipFill>
          <a:blip r:embed="rId3">
            <a:alphaModFix/>
          </a:blip>
          <a:stretch>
            <a:fillRect/>
          </a:stretch>
        </p:blipFill>
        <p:spPr>
          <a:xfrm>
            <a:off x="152400" y="2006250"/>
            <a:ext cx="8008769" cy="29848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9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Inline Condition</a:t>
            </a:r>
            <a:endParaRPr/>
          </a:p>
        </p:txBody>
      </p:sp>
      <p:sp>
        <p:nvSpPr>
          <p:cNvPr id="558" name="Google Shape;558;p9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method First, Take atau Last, terdapat parameter selanjutnya bernama Inline Condition</a:t>
            </a:r>
            <a:endParaRPr/>
          </a:p>
          <a:p>
            <a:pPr indent="-311150" lvl="0" marL="457200" rtl="0" algn="l">
              <a:spcBef>
                <a:spcPts val="0"/>
              </a:spcBef>
              <a:spcAft>
                <a:spcPts val="0"/>
              </a:spcAft>
              <a:buSzPts val="1300"/>
              <a:buChar char="●"/>
            </a:pPr>
            <a:r>
              <a:rPr lang="id"/>
              <a:t>Inline Condition tersebut secara otomatis akan menjadi kondisi WHERE di SQL SELECT nya</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Inline Condition</a:t>
            </a:r>
            <a:endParaRPr/>
          </a:p>
        </p:txBody>
      </p:sp>
      <p:pic>
        <p:nvPicPr>
          <p:cNvPr id="564" name="Google Shape;564;p93"/>
          <p:cNvPicPr preferRelativeResize="0"/>
          <p:nvPr/>
        </p:nvPicPr>
        <p:blipFill>
          <a:blip r:embed="rId3">
            <a:alphaModFix/>
          </a:blip>
          <a:stretch>
            <a:fillRect/>
          </a:stretch>
        </p:blipFill>
        <p:spPr>
          <a:xfrm>
            <a:off x="152400" y="2006250"/>
            <a:ext cx="8629650" cy="200977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9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Query All Objects</a:t>
            </a:r>
            <a:endParaRPr/>
          </a:p>
        </p:txBody>
      </p:sp>
      <p:sp>
        <p:nvSpPr>
          <p:cNvPr id="570" name="Google Shape;570;p9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juga bisa digunakan untuk melakukan QUERY untuk semua data di tabel menggunakan method Find()</a:t>
            </a:r>
            <a:endParaRPr/>
          </a:p>
          <a:p>
            <a:pPr indent="-311150" lvl="0" marL="457200" rtl="0" algn="l">
              <a:spcBef>
                <a:spcPts val="0"/>
              </a:spcBef>
              <a:spcAft>
                <a:spcPts val="0"/>
              </a:spcAft>
              <a:buSzPts val="1300"/>
              <a:buChar char="●"/>
            </a:pPr>
            <a:r>
              <a:rPr lang="id"/>
              <a:t>Sama seperti method sebelumnya, method Find() juga mendukung Inline Condition jika kita mau tambahkan kondisi WHERE nya</a:t>
            </a:r>
            <a:endParaRPr/>
          </a:p>
          <a:p>
            <a:pPr indent="-311150" lvl="0" marL="457200" rtl="0" algn="l">
              <a:spcBef>
                <a:spcPts val="0"/>
              </a:spcBef>
              <a:spcAft>
                <a:spcPts val="0"/>
              </a:spcAft>
              <a:buSzPts val="1300"/>
              <a:buChar char="●"/>
            </a:pPr>
            <a:r>
              <a:rPr lang="id"/>
              <a:t>Untuk detail query WHERE, akan kita bahas nanti di materi Query Condition</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9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Query All Objects</a:t>
            </a:r>
            <a:endParaRPr/>
          </a:p>
        </p:txBody>
      </p:sp>
      <p:pic>
        <p:nvPicPr>
          <p:cNvPr id="576" name="Google Shape;576;p95"/>
          <p:cNvPicPr preferRelativeResize="0"/>
          <p:nvPr/>
        </p:nvPicPr>
        <p:blipFill>
          <a:blip r:embed="rId3">
            <a:alphaModFix/>
          </a:blip>
          <a:stretch>
            <a:fillRect/>
          </a:stretch>
        </p:blipFill>
        <p:spPr>
          <a:xfrm>
            <a:off x="152400" y="2006250"/>
            <a:ext cx="8677275" cy="19335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9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Advanced Query</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9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Query Condition</a:t>
            </a:r>
            <a:endParaRPr/>
          </a:p>
        </p:txBody>
      </p:sp>
      <p:sp>
        <p:nvSpPr>
          <p:cNvPr id="587" name="Google Shape;587;p9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bisa menggunakan Inline Parameter ketika melakukan Query</a:t>
            </a:r>
            <a:endParaRPr/>
          </a:p>
          <a:p>
            <a:pPr indent="-311150" lvl="0" marL="457200" rtl="0" algn="l">
              <a:spcBef>
                <a:spcPts val="0"/>
              </a:spcBef>
              <a:spcAft>
                <a:spcPts val="0"/>
              </a:spcAft>
              <a:buSzPts val="1300"/>
              <a:buChar char="●"/>
            </a:pPr>
            <a:r>
              <a:rPr lang="id"/>
              <a:t>Selain menggunakan Inline Parameter, kita juga bisa menggunakan method Where() untuk mengubah kondisi query yang akan kita buat</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9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Query Condition</a:t>
            </a:r>
            <a:endParaRPr/>
          </a:p>
        </p:txBody>
      </p:sp>
      <p:pic>
        <p:nvPicPr>
          <p:cNvPr id="593" name="Google Shape;593;p98"/>
          <p:cNvPicPr preferRelativeResize="0"/>
          <p:nvPr/>
        </p:nvPicPr>
        <p:blipFill>
          <a:blip r:embed="rId3">
            <a:alphaModFix/>
          </a:blip>
          <a:stretch>
            <a:fillRect/>
          </a:stretch>
        </p:blipFill>
        <p:spPr>
          <a:xfrm>
            <a:off x="152400" y="2006250"/>
            <a:ext cx="7858125" cy="27813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9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Or</a:t>
            </a:r>
            <a:r>
              <a:rPr lang="id"/>
              <a:t> Condition</a:t>
            </a:r>
            <a:endParaRPr/>
          </a:p>
        </p:txBody>
      </p:sp>
      <p:sp>
        <p:nvSpPr>
          <p:cNvPr id="599" name="Google Shape;599;p9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saat kita menggunakan Where(), kondisi akan digabung menggunakan AND operator</a:t>
            </a:r>
            <a:endParaRPr/>
          </a:p>
          <a:p>
            <a:pPr indent="-311150" lvl="0" marL="457200" rtl="0" algn="l">
              <a:spcBef>
                <a:spcPts val="0"/>
              </a:spcBef>
              <a:spcAft>
                <a:spcPts val="0"/>
              </a:spcAft>
              <a:buSzPts val="1300"/>
              <a:buChar char="●"/>
            </a:pPr>
            <a:r>
              <a:rPr lang="id"/>
              <a:t>Jika kita ingin menggunakan OR operator, kita bisa menggunakan method Or()</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10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OR Operator</a:t>
            </a:r>
            <a:endParaRPr/>
          </a:p>
        </p:txBody>
      </p:sp>
      <p:pic>
        <p:nvPicPr>
          <p:cNvPr id="605" name="Google Shape;605;p100"/>
          <p:cNvPicPr preferRelativeResize="0"/>
          <p:nvPr/>
        </p:nvPicPr>
        <p:blipFill>
          <a:blip r:embed="rId3">
            <a:alphaModFix/>
          </a:blip>
          <a:stretch>
            <a:fillRect/>
          </a:stretch>
        </p:blipFill>
        <p:spPr>
          <a:xfrm>
            <a:off x="152400" y="2006250"/>
            <a:ext cx="8382000" cy="26670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10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Not Condition</a:t>
            </a:r>
            <a:endParaRPr/>
          </a:p>
        </p:txBody>
      </p:sp>
      <p:sp>
        <p:nvSpPr>
          <p:cNvPr id="611" name="Google Shape;611;p10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Dan jika kita ingin menggunakan NOT Operator, kita bisa menggunakan method Not()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0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Not Operator</a:t>
            </a:r>
            <a:endParaRPr/>
          </a:p>
        </p:txBody>
      </p:sp>
      <p:pic>
        <p:nvPicPr>
          <p:cNvPr id="617" name="Google Shape;617;p102"/>
          <p:cNvPicPr preferRelativeResize="0"/>
          <p:nvPr/>
        </p:nvPicPr>
        <p:blipFill>
          <a:blip r:embed="rId3">
            <a:alphaModFix/>
          </a:blip>
          <a:stretch>
            <a:fillRect/>
          </a:stretch>
        </p:blipFill>
        <p:spPr>
          <a:xfrm>
            <a:off x="152400" y="2006250"/>
            <a:ext cx="7896225" cy="268605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10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Select Fields</a:t>
            </a:r>
            <a:endParaRPr/>
          </a:p>
        </p:txBody>
      </p:sp>
      <p:sp>
        <p:nvSpPr>
          <p:cNvPr id="623" name="Google Shape;623;p10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semua kolom akan di select dan dimasukkan ke field Model</a:t>
            </a:r>
            <a:endParaRPr/>
          </a:p>
          <a:p>
            <a:pPr indent="-311150" lvl="0" marL="457200" rtl="0" algn="l">
              <a:spcBef>
                <a:spcPts val="0"/>
              </a:spcBef>
              <a:spcAft>
                <a:spcPts val="0"/>
              </a:spcAft>
              <a:buSzPts val="1300"/>
              <a:buChar char="●"/>
            </a:pPr>
            <a:r>
              <a:rPr lang="id"/>
              <a:t>Jika misal kita ingin menentukan kolom apa saja yang mau di select, kita bisa menggunakan method Select(columns)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Select Fields</a:t>
            </a:r>
            <a:endParaRPr/>
          </a:p>
        </p:txBody>
      </p:sp>
      <p:pic>
        <p:nvPicPr>
          <p:cNvPr id="629" name="Google Shape;629;p104"/>
          <p:cNvPicPr preferRelativeResize="0"/>
          <p:nvPr/>
        </p:nvPicPr>
        <p:blipFill>
          <a:blip r:embed="rId3">
            <a:alphaModFix/>
          </a:blip>
          <a:stretch>
            <a:fillRect/>
          </a:stretch>
        </p:blipFill>
        <p:spPr>
          <a:xfrm>
            <a:off x="152400" y="2006250"/>
            <a:ext cx="8126819" cy="29848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10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Struct &amp; Map Condition</a:t>
            </a:r>
            <a:endParaRPr/>
          </a:p>
        </p:txBody>
      </p:sp>
      <p:sp>
        <p:nvSpPr>
          <p:cNvPr id="635" name="Google Shape;635;p10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Where(), Not() dan Or(), kita juga bisa menggunakan parameter Struct atau Map</a:t>
            </a:r>
            <a:endParaRPr/>
          </a:p>
          <a:p>
            <a:pPr indent="-311150" lvl="0" marL="457200" rtl="0" algn="l">
              <a:spcBef>
                <a:spcPts val="0"/>
              </a:spcBef>
              <a:spcAft>
                <a:spcPts val="0"/>
              </a:spcAft>
              <a:buSzPts val="1300"/>
              <a:buChar char="●"/>
            </a:pPr>
            <a:r>
              <a:rPr lang="id"/>
              <a:t>Secara otomatis field atau key akan dijadikan kolom query, dan value akan dijadikan value query</a:t>
            </a:r>
            <a:endParaRPr/>
          </a:p>
          <a:p>
            <a:pPr indent="-311150" lvl="0" marL="457200" rtl="0" algn="l">
              <a:spcBef>
                <a:spcPts val="0"/>
              </a:spcBef>
              <a:spcAft>
                <a:spcPts val="0"/>
              </a:spcAft>
              <a:buSzPts val="1300"/>
              <a:buChar char="●"/>
            </a:pPr>
            <a:r>
              <a:rPr lang="id"/>
              <a:t>Ini cocok ketika pada kasus kita butuh query yang dinamis, sehingga kolom yang dicari bisa berbeda-beda sesuai kondisi pencarian</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10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Struct Condition</a:t>
            </a:r>
            <a:endParaRPr/>
          </a:p>
        </p:txBody>
      </p:sp>
      <p:pic>
        <p:nvPicPr>
          <p:cNvPr id="641" name="Google Shape;641;p106"/>
          <p:cNvPicPr preferRelativeResize="0"/>
          <p:nvPr/>
        </p:nvPicPr>
        <p:blipFill>
          <a:blip r:embed="rId3">
            <a:alphaModFix/>
          </a:blip>
          <a:stretch>
            <a:fillRect/>
          </a:stretch>
        </p:blipFill>
        <p:spPr>
          <a:xfrm>
            <a:off x="152400" y="2006250"/>
            <a:ext cx="8322788" cy="29848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10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Map Condition</a:t>
            </a:r>
            <a:endParaRPr/>
          </a:p>
        </p:txBody>
      </p:sp>
      <p:pic>
        <p:nvPicPr>
          <p:cNvPr id="647" name="Google Shape;647;p107"/>
          <p:cNvPicPr preferRelativeResize="0"/>
          <p:nvPr/>
        </p:nvPicPr>
        <p:blipFill>
          <a:blip r:embed="rId3">
            <a:alphaModFix/>
          </a:blip>
          <a:stretch>
            <a:fillRect/>
          </a:stretch>
        </p:blipFill>
        <p:spPr>
          <a:xfrm>
            <a:off x="152400" y="2006250"/>
            <a:ext cx="8839201" cy="2604157"/>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0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Order, Limit dan Offset</a:t>
            </a:r>
            <a:endParaRPr/>
          </a:p>
        </p:txBody>
      </p:sp>
      <p:sp>
        <p:nvSpPr>
          <p:cNvPr id="653" name="Google Shape;653;p10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melakukan sorting, kita juga bisa menggunakan method Order()</a:t>
            </a:r>
            <a:endParaRPr/>
          </a:p>
          <a:p>
            <a:pPr indent="-311150" lvl="0" marL="457200" rtl="0" algn="l">
              <a:spcBef>
                <a:spcPts val="0"/>
              </a:spcBef>
              <a:spcAft>
                <a:spcPts val="0"/>
              </a:spcAft>
              <a:buSzPts val="1300"/>
              <a:buChar char="●"/>
            </a:pPr>
            <a:r>
              <a:rPr lang="id"/>
              <a:t>Dan untuk melakukan paging, kita bisa menggunakan method Limit() dan Offset()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0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Order, Limit dan Offset</a:t>
            </a:r>
            <a:endParaRPr/>
          </a:p>
        </p:txBody>
      </p:sp>
      <p:pic>
        <p:nvPicPr>
          <p:cNvPr id="659" name="Google Shape;659;p109"/>
          <p:cNvPicPr preferRelativeResize="0"/>
          <p:nvPr/>
        </p:nvPicPr>
        <p:blipFill>
          <a:blip r:embed="rId3">
            <a:alphaModFix/>
          </a:blip>
          <a:stretch>
            <a:fillRect/>
          </a:stretch>
        </p:blipFill>
        <p:spPr>
          <a:xfrm>
            <a:off x="152400" y="2006250"/>
            <a:ext cx="8839201" cy="2290647"/>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1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Query Non Model</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11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Query Non Model</a:t>
            </a:r>
            <a:endParaRPr/>
          </a:p>
        </p:txBody>
      </p:sp>
      <p:sp>
        <p:nvSpPr>
          <p:cNvPr id="670" name="Google Shape;670;p11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First(), Take(), Last() dan </a:t>
            </a:r>
            <a:r>
              <a:rPr lang="id"/>
              <a:t>Find</a:t>
            </a:r>
            <a:r>
              <a:rPr lang="id"/>
              <a:t>(), GORM melihat struktur tabel ke Model yang kita gunakan</a:t>
            </a:r>
            <a:endParaRPr/>
          </a:p>
          <a:p>
            <a:pPr indent="-311150" lvl="0" marL="457200" rtl="0" algn="l">
              <a:spcBef>
                <a:spcPts val="0"/>
              </a:spcBef>
              <a:spcAft>
                <a:spcPts val="0"/>
              </a:spcAft>
              <a:buSzPts val="1300"/>
              <a:buChar char="●"/>
            </a:pPr>
            <a:r>
              <a:rPr lang="id"/>
              <a:t>Namun GORM memiliki fitur untuk menyimpan data ke data yang bukan Model, contoh, kita hanya ingin melakukan query first_name dan last_name saja di tabel users misalnya. Kita bisa membuat struct berbeda dibanding menggunakan model User</a:t>
            </a:r>
            <a:endParaRPr/>
          </a:p>
          <a:p>
            <a:pPr indent="-311150" lvl="0" marL="457200" rtl="0" algn="l">
              <a:spcBef>
                <a:spcPts val="0"/>
              </a:spcBef>
              <a:spcAft>
                <a:spcPts val="0"/>
              </a:spcAft>
              <a:buSzPts val="1300"/>
              <a:buChar char="●"/>
            </a:pPr>
            <a:r>
              <a:rPr lang="id"/>
              <a:t>Jika kita ingin melakukan hal ini, GORM tetap harus tahu, Model mana yang digunakan, caranya adalah kita bisa menggunakan method Model() untuk menentukan Model yang digunakan</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11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Query Non Model</a:t>
            </a:r>
            <a:endParaRPr/>
          </a:p>
        </p:txBody>
      </p:sp>
      <p:pic>
        <p:nvPicPr>
          <p:cNvPr id="676" name="Google Shape;676;p112"/>
          <p:cNvPicPr preferRelativeResize="0"/>
          <p:nvPr/>
        </p:nvPicPr>
        <p:blipFill>
          <a:blip r:embed="rId3">
            <a:alphaModFix/>
          </a:blip>
          <a:stretch>
            <a:fillRect/>
          </a:stretch>
        </p:blipFill>
        <p:spPr>
          <a:xfrm>
            <a:off x="152400" y="2006250"/>
            <a:ext cx="8214714" cy="29848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11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Update</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melakukan update data Model yang sudah kita modifikasi, kita bisa menggunakan method Save() di gorm.DB</a:t>
            </a:r>
            <a:endParaRPr/>
          </a:p>
          <a:p>
            <a:pPr indent="-311150" lvl="0" marL="457200" rtl="0" algn="l">
              <a:spcBef>
                <a:spcPts val="0"/>
              </a:spcBef>
              <a:spcAft>
                <a:spcPts val="0"/>
              </a:spcAft>
              <a:buSzPts val="1300"/>
              <a:buChar char="●"/>
            </a:pPr>
            <a:r>
              <a:rPr lang="id"/>
              <a:t>Secara otomatis semua kolom yang memang memiliki permission untuk di update, akan di update ke database</a:t>
            </a:r>
            <a:endParaRPr/>
          </a:p>
        </p:txBody>
      </p:sp>
      <p:sp>
        <p:nvSpPr>
          <p:cNvPr id="687" name="Google Shape;687;p1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Update</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Update</a:t>
            </a:r>
            <a:endParaRPr/>
          </a:p>
        </p:txBody>
      </p:sp>
      <p:pic>
        <p:nvPicPr>
          <p:cNvPr id="693" name="Google Shape;693;p115"/>
          <p:cNvPicPr preferRelativeResize="0"/>
          <p:nvPr/>
        </p:nvPicPr>
        <p:blipFill>
          <a:blip r:embed="rId3">
            <a:alphaModFix/>
          </a:blip>
          <a:stretch>
            <a:fillRect/>
          </a:stretch>
        </p:blipFill>
        <p:spPr>
          <a:xfrm>
            <a:off x="152400" y="2006250"/>
            <a:ext cx="7709574" cy="29848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Update Selected Column</a:t>
            </a:r>
            <a:endParaRPr/>
          </a:p>
        </p:txBody>
      </p:sp>
      <p:sp>
        <p:nvSpPr>
          <p:cNvPr id="699" name="Google Shape;699;p1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melakukan Save() untuk data Model, akan melakukan update semua kolom, walaupun tidak berubah</a:t>
            </a:r>
            <a:endParaRPr/>
          </a:p>
          <a:p>
            <a:pPr indent="-311150" lvl="0" marL="457200" rtl="0" algn="l">
              <a:spcBef>
                <a:spcPts val="0"/>
              </a:spcBef>
              <a:spcAft>
                <a:spcPts val="0"/>
              </a:spcAft>
              <a:buSzPts val="1300"/>
              <a:buChar char="●"/>
            </a:pPr>
            <a:r>
              <a:rPr lang="id"/>
              <a:t>Jika kita ingin menentukan hanya beberapa kolom yang ingin di update, kita bisa menggunakan method Updates()</a:t>
            </a:r>
            <a:endParaRPr/>
          </a:p>
          <a:p>
            <a:pPr indent="-311150" lvl="0" marL="457200" rtl="0" algn="l">
              <a:spcBef>
                <a:spcPts val="0"/>
              </a:spcBef>
              <a:spcAft>
                <a:spcPts val="0"/>
              </a:spcAft>
              <a:buSzPts val="1300"/>
              <a:buChar char="●"/>
            </a:pPr>
            <a:r>
              <a:rPr lang="id"/>
              <a:t>Atau menggunakan Update(kolom, value) jika hanya ingin melakukan update satu kolom saja</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Update Selected Columns</a:t>
            </a:r>
            <a:endParaRPr/>
          </a:p>
        </p:txBody>
      </p:sp>
      <p:pic>
        <p:nvPicPr>
          <p:cNvPr id="705" name="Google Shape;705;p117"/>
          <p:cNvPicPr preferRelativeResize="0"/>
          <p:nvPr/>
        </p:nvPicPr>
        <p:blipFill>
          <a:blip r:embed="rId3">
            <a:alphaModFix/>
          </a:blip>
          <a:stretch>
            <a:fillRect/>
          </a:stretch>
        </p:blipFill>
        <p:spPr>
          <a:xfrm>
            <a:off x="152400" y="2006250"/>
            <a:ext cx="7391056" cy="2984849"/>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1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Auto Increment</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Auto Increment</a:t>
            </a:r>
            <a:endParaRPr/>
          </a:p>
        </p:txBody>
      </p:sp>
      <p:sp>
        <p:nvSpPr>
          <p:cNvPr id="716" name="Google Shape;716;p1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Salah satu fitur yang biasa ada di database adalah Auto Increment untuk Primary Key</a:t>
            </a:r>
            <a:endParaRPr/>
          </a:p>
          <a:p>
            <a:pPr indent="-311150" lvl="0" marL="457200" rtl="0" algn="l">
              <a:spcBef>
                <a:spcPts val="0"/>
              </a:spcBef>
              <a:spcAft>
                <a:spcPts val="0"/>
              </a:spcAft>
              <a:buSzPts val="1300"/>
              <a:buChar char="●"/>
            </a:pPr>
            <a:r>
              <a:rPr lang="id"/>
              <a:t>Contoh di MySQL ada AUTO_INCREMENT, atau di PostgreSQL ada SERIAL</a:t>
            </a:r>
            <a:endParaRPr/>
          </a:p>
          <a:p>
            <a:pPr indent="-311150" lvl="0" marL="457200" rtl="0" algn="l">
              <a:spcBef>
                <a:spcPts val="0"/>
              </a:spcBef>
              <a:spcAft>
                <a:spcPts val="0"/>
              </a:spcAft>
              <a:buSzPts val="1300"/>
              <a:buChar char="●"/>
            </a:pPr>
            <a:r>
              <a:rPr lang="id"/>
              <a:t>GORM mendukung pembuatan ID yang Auto Increment, dan secara otomatis akan melakukan query data ID setelah kita Create() datanya, sehingga tidak perlu melakukan query manual lagi</a:t>
            </a:r>
            <a:endParaRPr/>
          </a:p>
          <a:p>
            <a:pPr indent="-311150" lvl="0" marL="457200" rtl="0" algn="l">
              <a:spcBef>
                <a:spcPts val="0"/>
              </a:spcBef>
              <a:spcAft>
                <a:spcPts val="0"/>
              </a:spcAft>
              <a:buSzPts val="1300"/>
              <a:buChar char="●"/>
            </a:pPr>
            <a:r>
              <a:rPr lang="id"/>
              <a:t>Untuk memberitahu bahwa field adalah auto increment, kita harus gunakan tag gorm:”autoIncrement”</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1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Tabel user_logs</a:t>
            </a:r>
            <a:endParaRPr/>
          </a:p>
        </p:txBody>
      </p:sp>
      <p:pic>
        <p:nvPicPr>
          <p:cNvPr id="722" name="Google Shape;722;p120"/>
          <p:cNvPicPr preferRelativeResize="0"/>
          <p:nvPr/>
        </p:nvPicPr>
        <p:blipFill>
          <a:blip r:embed="rId3">
            <a:alphaModFix/>
          </a:blip>
          <a:stretch>
            <a:fillRect/>
          </a:stretch>
        </p:blipFill>
        <p:spPr>
          <a:xfrm>
            <a:off x="152400" y="2006250"/>
            <a:ext cx="8839201" cy="254561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1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UserLog Model</a:t>
            </a:r>
            <a:endParaRPr/>
          </a:p>
        </p:txBody>
      </p:sp>
      <p:pic>
        <p:nvPicPr>
          <p:cNvPr id="728" name="Google Shape;728;p121"/>
          <p:cNvPicPr preferRelativeResize="0"/>
          <p:nvPr/>
        </p:nvPicPr>
        <p:blipFill>
          <a:blip r:embed="rId3">
            <a:alphaModFix/>
          </a:blip>
          <a:stretch>
            <a:fillRect/>
          </a:stretch>
        </p:blipFill>
        <p:spPr>
          <a:xfrm>
            <a:off x="152400" y="2006250"/>
            <a:ext cx="7346731" cy="298485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1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Insert User Log</a:t>
            </a:r>
            <a:endParaRPr/>
          </a:p>
        </p:txBody>
      </p:sp>
      <p:pic>
        <p:nvPicPr>
          <p:cNvPr id="734" name="Google Shape;734;p122"/>
          <p:cNvPicPr preferRelativeResize="0"/>
          <p:nvPr/>
        </p:nvPicPr>
        <p:blipFill>
          <a:blip r:embed="rId3">
            <a:alphaModFix/>
          </a:blip>
          <a:stretch>
            <a:fillRect/>
          </a:stretch>
        </p:blipFill>
        <p:spPr>
          <a:xfrm>
            <a:off x="152400" y="2006250"/>
            <a:ext cx="7763785" cy="29848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12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Timestamp Tracking</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Timestamp Tracking</a:t>
            </a:r>
            <a:endParaRPr/>
          </a:p>
        </p:txBody>
      </p:sp>
      <p:sp>
        <p:nvSpPr>
          <p:cNvPr id="745" name="Google Shape;745;p1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Seperti yang sudah kita bahas di materi Conventions, bahwa GORM menggunakan field CreatedAt dan UpdatedAt sebagai Timestamp Tracking</a:t>
            </a:r>
            <a:endParaRPr/>
          </a:p>
          <a:p>
            <a:pPr indent="-311150" lvl="0" marL="457200" rtl="0" algn="l">
              <a:spcBef>
                <a:spcPts val="0"/>
              </a:spcBef>
              <a:spcAft>
                <a:spcPts val="0"/>
              </a:spcAft>
              <a:buSzPts val="1300"/>
              <a:buChar char="●"/>
            </a:pPr>
            <a:r>
              <a:rPr lang="id"/>
              <a:t>Atau jika ingin menggunakan field yang berbeda, kita bisa tambahkan tag gorm:”autoCreateTime” atau gorm:”autoUpdateTime”</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Tipe Data Timestamp Tracking</a:t>
            </a:r>
            <a:endParaRPr/>
          </a:p>
        </p:txBody>
      </p:sp>
      <p:sp>
        <p:nvSpPr>
          <p:cNvPr id="751" name="Google Shape;751;p12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menggunakan tipe data time.Time sebagai field untuk Timestamp Tracking</a:t>
            </a:r>
            <a:endParaRPr/>
          </a:p>
          <a:p>
            <a:pPr indent="-311150" lvl="0" marL="457200" rtl="0" algn="l">
              <a:spcBef>
                <a:spcPts val="0"/>
              </a:spcBef>
              <a:spcAft>
                <a:spcPts val="0"/>
              </a:spcAft>
              <a:buSzPts val="1300"/>
              <a:buChar char="●"/>
            </a:pPr>
            <a:r>
              <a:rPr lang="id"/>
              <a:t>Namun, sebenarnya kita juga bisa ubah tipe datanya jika kita mau</a:t>
            </a:r>
            <a:endParaRPr/>
          </a:p>
          <a:p>
            <a:pPr indent="-311150" lvl="0" marL="457200" rtl="0" algn="l">
              <a:spcBef>
                <a:spcPts val="0"/>
              </a:spcBef>
              <a:spcAft>
                <a:spcPts val="0"/>
              </a:spcAft>
              <a:buSzPts val="1300"/>
              <a:buChar char="●"/>
            </a:pPr>
            <a:r>
              <a:rPr lang="id"/>
              <a:t>GORM mendukung tipe data dalam bentuk number, dimana satuannya bisa kita ganti menjadi milli untuk millisecond, atau nano untuk nanosecond, semuanya disimpan dalam waktu epoch unix time</a:t>
            </a:r>
            <a:endParaRPr/>
          </a:p>
          <a:p>
            <a:pPr indent="-311150" lvl="0" marL="457200" rtl="0" algn="l">
              <a:spcBef>
                <a:spcPts val="0"/>
              </a:spcBef>
              <a:spcAft>
                <a:spcPts val="0"/>
              </a:spcAft>
              <a:buSzPts val="1300"/>
              <a:buChar char="●"/>
            </a:pPr>
            <a:r>
              <a:rPr lang="id"/>
              <a:t>Misal gorm:”autoCreateTime:milli” atau gorm:”autoUpdateTime:milli”</a:t>
            </a:r>
            <a:endParaRPr/>
          </a:p>
          <a:p>
            <a:pPr indent="-311150" lvl="0" marL="457200" rtl="0" algn="l">
              <a:spcBef>
                <a:spcPts val="0"/>
              </a:spcBef>
              <a:spcAft>
                <a:spcPts val="0"/>
              </a:spcAft>
              <a:buSzPts val="1300"/>
              <a:buChar char="●"/>
            </a:pPr>
            <a:r>
              <a:rPr lang="id" u="sng">
                <a:solidFill>
                  <a:schemeClr val="hlink"/>
                </a:solidFill>
                <a:hlinkClick r:id="rId3"/>
              </a:rPr>
              <a:t>https://currentmillis.com/</a:t>
            </a:r>
            <a:r>
              <a:rPr lang="id"/>
              <a:t> </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Alter Table User Log</a:t>
            </a:r>
            <a:endParaRPr/>
          </a:p>
        </p:txBody>
      </p:sp>
      <p:pic>
        <p:nvPicPr>
          <p:cNvPr id="757" name="Google Shape;757;p126"/>
          <p:cNvPicPr preferRelativeResize="0"/>
          <p:nvPr/>
        </p:nvPicPr>
        <p:blipFill>
          <a:blip r:embed="rId3">
            <a:alphaModFix/>
          </a:blip>
          <a:stretch>
            <a:fillRect/>
          </a:stretch>
        </p:blipFill>
        <p:spPr>
          <a:xfrm>
            <a:off x="152400" y="2006250"/>
            <a:ext cx="7000875" cy="247650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UserLog Model</a:t>
            </a:r>
            <a:endParaRPr/>
          </a:p>
        </p:txBody>
      </p:sp>
      <p:pic>
        <p:nvPicPr>
          <p:cNvPr id="763" name="Google Shape;763;p127"/>
          <p:cNvPicPr preferRelativeResize="0"/>
          <p:nvPr/>
        </p:nvPicPr>
        <p:blipFill>
          <a:blip r:embed="rId3">
            <a:alphaModFix/>
          </a:blip>
          <a:stretch>
            <a:fillRect/>
          </a:stretch>
        </p:blipFill>
        <p:spPr>
          <a:xfrm>
            <a:off x="152400" y="2006250"/>
            <a:ext cx="7942297" cy="29848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Insert User Log</a:t>
            </a:r>
            <a:endParaRPr/>
          </a:p>
        </p:txBody>
      </p:sp>
      <p:pic>
        <p:nvPicPr>
          <p:cNvPr id="769" name="Google Shape;769;p128"/>
          <p:cNvPicPr preferRelativeResize="0"/>
          <p:nvPr/>
        </p:nvPicPr>
        <p:blipFill>
          <a:blip r:embed="rId3">
            <a:alphaModFix/>
          </a:blip>
          <a:stretch>
            <a:fillRect/>
          </a:stretch>
        </p:blipFill>
        <p:spPr>
          <a:xfrm>
            <a:off x="152400" y="2006250"/>
            <a:ext cx="7763785" cy="29848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2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Upsert</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1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Save</a:t>
            </a:r>
            <a:endParaRPr/>
          </a:p>
        </p:txBody>
      </p:sp>
      <p:sp>
        <p:nvSpPr>
          <p:cNvPr id="780" name="Google Shape;780;p13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telah menggunakan method Save() untuk melakukan UPDATE</a:t>
            </a:r>
            <a:endParaRPr/>
          </a:p>
          <a:p>
            <a:pPr indent="-311150" lvl="0" marL="457200" rtl="0" algn="l">
              <a:spcBef>
                <a:spcPts val="0"/>
              </a:spcBef>
              <a:spcAft>
                <a:spcPts val="0"/>
              </a:spcAft>
              <a:buSzPts val="1300"/>
              <a:buChar char="●"/>
            </a:pPr>
            <a:r>
              <a:rPr lang="id"/>
              <a:t>Method Save() sebenarnya memiliki kemampuan untuk mendeteksi apakah harus melakukan Update atau Create</a:t>
            </a:r>
            <a:endParaRPr/>
          </a:p>
          <a:p>
            <a:pPr indent="-311150" lvl="0" marL="457200" rtl="0" algn="l">
              <a:spcBef>
                <a:spcPts val="0"/>
              </a:spcBef>
              <a:spcAft>
                <a:spcPts val="0"/>
              </a:spcAft>
              <a:buSzPts val="1300"/>
              <a:buChar char="●"/>
            </a:pPr>
            <a:r>
              <a:rPr lang="id"/>
              <a:t>Jika data yang kita kirim tidak memiliki value ID, maka secara default akan melakukan Create</a:t>
            </a:r>
            <a:endParaRPr/>
          </a:p>
          <a:p>
            <a:pPr indent="-311150" lvl="0" marL="457200" rtl="0" algn="l">
              <a:spcBef>
                <a:spcPts val="0"/>
              </a:spcBef>
              <a:spcAft>
                <a:spcPts val="0"/>
              </a:spcAft>
              <a:buSzPts val="1300"/>
              <a:buChar char="●"/>
            </a:pPr>
            <a:r>
              <a:rPr lang="id"/>
              <a:t>Jika data yang kita kirim memiliki value ID, maka akan melakukan Update</a:t>
            </a:r>
            <a:endParaRPr/>
          </a:p>
          <a:p>
            <a:pPr indent="-311150" lvl="0" marL="457200" rtl="0" algn="l">
              <a:spcBef>
                <a:spcPts val="0"/>
              </a:spcBef>
              <a:spcAft>
                <a:spcPts val="0"/>
              </a:spcAft>
              <a:buSzPts val="1300"/>
              <a:buChar char="●"/>
            </a:pPr>
            <a:r>
              <a:rPr lang="id"/>
              <a:t>Hal ini mungkin cocok untuk jenis data yang ID nya adalah Auto Increment, karena kita tidak butuh ID ketika melakukan Create</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Save</a:t>
            </a:r>
            <a:endParaRPr/>
          </a:p>
        </p:txBody>
      </p:sp>
      <p:pic>
        <p:nvPicPr>
          <p:cNvPr id="786" name="Google Shape;786;p131"/>
          <p:cNvPicPr preferRelativeResize="0"/>
          <p:nvPr/>
        </p:nvPicPr>
        <p:blipFill>
          <a:blip r:embed="rId3">
            <a:alphaModFix/>
          </a:blip>
          <a:stretch>
            <a:fillRect/>
          </a:stretch>
        </p:blipFill>
        <p:spPr>
          <a:xfrm>
            <a:off x="152400" y="2006250"/>
            <a:ext cx="7745809" cy="298485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Data Non Auto Increment</a:t>
            </a:r>
            <a:endParaRPr/>
          </a:p>
        </p:txBody>
      </p:sp>
      <p:sp>
        <p:nvSpPr>
          <p:cNvPr id="792" name="Google Shape;792;p1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Bagaimana dengan jenis data yang memiliki ID tidak auto increment, misal data User sebelumnya</a:t>
            </a:r>
            <a:endParaRPr/>
          </a:p>
          <a:p>
            <a:pPr indent="-311150" lvl="0" marL="457200" rtl="0" algn="l">
              <a:spcBef>
                <a:spcPts val="0"/>
              </a:spcBef>
              <a:spcAft>
                <a:spcPts val="0"/>
              </a:spcAft>
              <a:buSzPts val="1300"/>
              <a:buChar char="●"/>
            </a:pPr>
            <a:r>
              <a:rPr lang="id"/>
              <a:t>Untungnya, Save() juga bisa digunakan untuk proses otomatis Create</a:t>
            </a:r>
            <a:endParaRPr/>
          </a:p>
          <a:p>
            <a:pPr indent="-311150" lvl="0" marL="457200" rtl="0" algn="l">
              <a:spcBef>
                <a:spcPts val="0"/>
              </a:spcBef>
              <a:spcAft>
                <a:spcPts val="0"/>
              </a:spcAft>
              <a:buSzPts val="1300"/>
              <a:buChar char="●"/>
            </a:pPr>
            <a:r>
              <a:rPr lang="id"/>
              <a:t>Jadi Save() akan mencoba melakukan Update terlebih dahulu, ketika mendeteksi jumlah EffectedRow nya adalah 0, secara otomatis Save() akan melakukan proses Create</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Save Non Auto Increment Data</a:t>
            </a:r>
            <a:endParaRPr/>
          </a:p>
        </p:txBody>
      </p:sp>
      <p:pic>
        <p:nvPicPr>
          <p:cNvPr id="798" name="Google Shape;798;p133"/>
          <p:cNvPicPr preferRelativeResize="0"/>
          <p:nvPr/>
        </p:nvPicPr>
        <p:blipFill>
          <a:blip r:embed="rId3">
            <a:alphaModFix/>
          </a:blip>
          <a:stretch>
            <a:fillRect/>
          </a:stretch>
        </p:blipFill>
        <p:spPr>
          <a:xfrm>
            <a:off x="152400" y="2006250"/>
            <a:ext cx="7297958" cy="298485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On Conflict</a:t>
            </a:r>
            <a:endParaRPr/>
          </a:p>
        </p:txBody>
      </p:sp>
      <p:sp>
        <p:nvSpPr>
          <p:cNvPr id="804" name="Google Shape;804;p13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juga menawarkan pengaturan Conflict di method Create()</a:t>
            </a:r>
            <a:endParaRPr/>
          </a:p>
          <a:p>
            <a:pPr indent="-311150" lvl="0" marL="457200" rtl="0" algn="l">
              <a:spcBef>
                <a:spcPts val="0"/>
              </a:spcBef>
              <a:spcAft>
                <a:spcPts val="0"/>
              </a:spcAft>
              <a:buSzPts val="1300"/>
              <a:buChar char="●"/>
            </a:pPr>
            <a:r>
              <a:rPr lang="id"/>
              <a:t>Dengan pengaturan ini, kita bisa menentukan ketika kita coba Create() data, lalu terjadi conflict (data sudah ada), apa yang mau kita lakukan?</a:t>
            </a:r>
            <a:endParaRPr/>
          </a:p>
          <a:p>
            <a:pPr indent="-311150" lvl="0" marL="457200" rtl="0" algn="l">
              <a:spcBef>
                <a:spcPts val="0"/>
              </a:spcBef>
              <a:spcAft>
                <a:spcPts val="0"/>
              </a:spcAft>
              <a:buSzPts val="1300"/>
              <a:buChar char="●"/>
            </a:pPr>
            <a:r>
              <a:rPr lang="id"/>
              <a:t>Kita bisa mengubah pengaturan conflict ini menggunakan method Clauses()</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On Conflict</a:t>
            </a:r>
            <a:endParaRPr/>
          </a:p>
        </p:txBody>
      </p:sp>
      <p:pic>
        <p:nvPicPr>
          <p:cNvPr id="810" name="Google Shape;810;p135"/>
          <p:cNvPicPr preferRelativeResize="0"/>
          <p:nvPr/>
        </p:nvPicPr>
        <p:blipFill>
          <a:blip r:embed="rId3">
            <a:alphaModFix/>
          </a:blip>
          <a:stretch>
            <a:fillRect/>
          </a:stretch>
        </p:blipFill>
        <p:spPr>
          <a:xfrm>
            <a:off x="152400" y="2006250"/>
            <a:ext cx="7581519" cy="298485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3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Delete</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Delete</a:t>
            </a:r>
            <a:endParaRPr/>
          </a:p>
        </p:txBody>
      </p:sp>
      <p:sp>
        <p:nvSpPr>
          <p:cNvPr id="821" name="Google Shape;821;p13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melakukan penghapusan data, kita bisa menggunakan method Delete()</a:t>
            </a:r>
            <a:endParaRPr/>
          </a:p>
          <a:p>
            <a:pPr indent="-311150" lvl="0" marL="457200" rtl="0" algn="l">
              <a:spcBef>
                <a:spcPts val="0"/>
              </a:spcBef>
              <a:spcAft>
                <a:spcPts val="0"/>
              </a:spcAft>
              <a:buSzPts val="1300"/>
              <a:buChar char="●"/>
            </a:pPr>
            <a:r>
              <a:rPr lang="id"/>
              <a:t>Method Delete() juga mendukung Inline Condition atau menggunakan Where() method</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Delete</a:t>
            </a:r>
            <a:endParaRPr/>
          </a:p>
        </p:txBody>
      </p:sp>
      <p:pic>
        <p:nvPicPr>
          <p:cNvPr id="827" name="Google Shape;827;p138"/>
          <p:cNvPicPr preferRelativeResize="0"/>
          <p:nvPr/>
        </p:nvPicPr>
        <p:blipFill>
          <a:blip r:embed="rId3">
            <a:alphaModFix/>
          </a:blip>
          <a:stretch>
            <a:fillRect/>
          </a:stretch>
        </p:blipFill>
        <p:spPr>
          <a:xfrm>
            <a:off x="152400" y="2006250"/>
            <a:ext cx="7628812" cy="298485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3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Soft </a:t>
            </a:r>
            <a:r>
              <a:rPr lang="id"/>
              <a:t>Delete</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Soft Delete</a:t>
            </a:r>
            <a:endParaRPr/>
          </a:p>
        </p:txBody>
      </p:sp>
      <p:sp>
        <p:nvSpPr>
          <p:cNvPr id="838" name="Google Shape;838;p14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Soft Delete adalah salah satu praktek yang sering dilakukan ketika membuat aplikasi</a:t>
            </a:r>
            <a:endParaRPr/>
          </a:p>
          <a:p>
            <a:pPr indent="-311150" lvl="0" marL="457200" rtl="0" algn="l">
              <a:spcBef>
                <a:spcPts val="0"/>
              </a:spcBef>
              <a:spcAft>
                <a:spcPts val="0"/>
              </a:spcAft>
              <a:buSzPts val="1300"/>
              <a:buChar char="●"/>
            </a:pPr>
            <a:r>
              <a:rPr lang="id"/>
              <a:t>Soft Delete merupakan praktek menghapus data, tanpa menghapus data dari database</a:t>
            </a:r>
            <a:endParaRPr/>
          </a:p>
          <a:p>
            <a:pPr indent="-311150" lvl="0" marL="457200" rtl="0" algn="l">
              <a:spcBef>
                <a:spcPts val="0"/>
              </a:spcBef>
              <a:spcAft>
                <a:spcPts val="0"/>
              </a:spcAft>
              <a:buSzPts val="1300"/>
              <a:buChar char="●"/>
            </a:pPr>
            <a:r>
              <a:rPr lang="id"/>
              <a:t>Praktek ini membuat satu kolom biasanya berupa tipe data timestamp yang berisi waktu dihapus</a:t>
            </a:r>
            <a:endParaRPr/>
          </a:p>
          <a:p>
            <a:pPr indent="-311150" lvl="0" marL="457200" rtl="0" algn="l">
              <a:spcBef>
                <a:spcPts val="0"/>
              </a:spcBef>
              <a:spcAft>
                <a:spcPts val="0"/>
              </a:spcAft>
              <a:buSzPts val="1300"/>
              <a:buChar char="●"/>
            </a:pPr>
            <a:r>
              <a:rPr lang="id"/>
              <a:t>Jika kolom tersebut berisi data, otomatis data tersebut dianggap sudah di delete</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GORM Soft Delete</a:t>
            </a:r>
            <a:endParaRPr/>
          </a:p>
        </p:txBody>
      </p:sp>
      <p:sp>
        <p:nvSpPr>
          <p:cNvPr id="844" name="Google Shape;844;p14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Mendukung fitur Soft Delete secara otomatis, caranya kita cukup membuat field DeletedAt dengan time gorm.DeletedAt (alias untuk time.Time)</a:t>
            </a:r>
            <a:endParaRPr/>
          </a:p>
          <a:p>
            <a:pPr indent="-311150" lvl="0" marL="457200" rtl="0" algn="l">
              <a:spcBef>
                <a:spcPts val="0"/>
              </a:spcBef>
              <a:spcAft>
                <a:spcPts val="0"/>
              </a:spcAft>
              <a:buSzPts val="1300"/>
              <a:buChar char="●"/>
            </a:pPr>
            <a:r>
              <a:rPr lang="id"/>
              <a:t>Jika GORM mendeteksi terdapat field dengan nama DeletedAt, secara otomatis GORM akan melakukan Soft Delete</a:t>
            </a:r>
            <a:endParaRPr/>
          </a:p>
          <a:p>
            <a:pPr indent="-311150" lvl="0" marL="457200" rtl="0" algn="l">
              <a:spcBef>
                <a:spcPts val="0"/>
              </a:spcBef>
              <a:spcAft>
                <a:spcPts val="0"/>
              </a:spcAft>
              <a:buSzPts val="1300"/>
              <a:buChar char="●"/>
            </a:pPr>
            <a:r>
              <a:rPr lang="id"/>
              <a:t>Selain itu, ketika melakukan Query, secara otomatis juga GORM akan menambah filter Soft Delete, yang artinya hasil query hanya data yang belum di delete</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1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Table Todo</a:t>
            </a:r>
            <a:endParaRPr/>
          </a:p>
        </p:txBody>
      </p:sp>
      <p:pic>
        <p:nvPicPr>
          <p:cNvPr id="850" name="Google Shape;850;p142"/>
          <p:cNvPicPr preferRelativeResize="0"/>
          <p:nvPr/>
        </p:nvPicPr>
        <p:blipFill>
          <a:blip r:embed="rId3">
            <a:alphaModFix/>
          </a:blip>
          <a:stretch>
            <a:fillRect/>
          </a:stretch>
        </p:blipFill>
        <p:spPr>
          <a:xfrm>
            <a:off x="152400" y="2006250"/>
            <a:ext cx="8498152" cy="298485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Todo Model</a:t>
            </a:r>
            <a:endParaRPr/>
          </a:p>
        </p:txBody>
      </p:sp>
      <p:pic>
        <p:nvPicPr>
          <p:cNvPr id="856" name="Google Shape;856;p143"/>
          <p:cNvPicPr preferRelativeResize="0"/>
          <p:nvPr/>
        </p:nvPicPr>
        <p:blipFill>
          <a:blip r:embed="rId3">
            <a:alphaModFix/>
          </a:blip>
          <a:stretch>
            <a:fillRect/>
          </a:stretch>
        </p:blipFill>
        <p:spPr>
          <a:xfrm>
            <a:off x="152400" y="2006250"/>
            <a:ext cx="8000003" cy="2984849"/>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1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Delete Todo</a:t>
            </a:r>
            <a:endParaRPr/>
          </a:p>
        </p:txBody>
      </p:sp>
      <p:pic>
        <p:nvPicPr>
          <p:cNvPr id="862" name="Google Shape;862;p144"/>
          <p:cNvPicPr preferRelativeResize="0"/>
          <p:nvPr/>
        </p:nvPicPr>
        <p:blipFill>
          <a:blip r:embed="rId3">
            <a:alphaModFix/>
          </a:blip>
          <a:stretch>
            <a:fillRect/>
          </a:stretch>
        </p:blipFill>
        <p:spPr>
          <a:xfrm>
            <a:off x="152400" y="2006250"/>
            <a:ext cx="3648075" cy="2314575"/>
          </a:xfrm>
          <a:prstGeom prst="rect">
            <a:avLst/>
          </a:prstGeom>
          <a:noFill/>
          <a:ln>
            <a:noFill/>
          </a:ln>
        </p:spPr>
      </p:pic>
      <p:pic>
        <p:nvPicPr>
          <p:cNvPr id="863" name="Google Shape;863;p144"/>
          <p:cNvPicPr preferRelativeResize="0"/>
          <p:nvPr/>
        </p:nvPicPr>
        <p:blipFill>
          <a:blip r:embed="rId4">
            <a:alphaModFix/>
          </a:blip>
          <a:stretch>
            <a:fillRect/>
          </a:stretch>
        </p:blipFill>
        <p:spPr>
          <a:xfrm>
            <a:off x="3952875" y="2006250"/>
            <a:ext cx="3400425" cy="236220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1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Unscoped</a:t>
            </a:r>
            <a:endParaRPr/>
          </a:p>
        </p:txBody>
      </p:sp>
      <p:sp>
        <p:nvSpPr>
          <p:cNvPr id="869" name="Google Shape;869;p14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Kita kita ingin mengambil data termasuk yang sudah di soft delete, kita bisa gunakan method Unscoped()</a:t>
            </a:r>
            <a:endParaRPr/>
          </a:p>
          <a:p>
            <a:pPr indent="-311150" lvl="0" marL="457200" rtl="0" algn="l">
              <a:spcBef>
                <a:spcPts val="0"/>
              </a:spcBef>
              <a:spcAft>
                <a:spcPts val="0"/>
              </a:spcAft>
              <a:buSzPts val="1300"/>
              <a:buChar char="●"/>
            </a:pPr>
            <a:r>
              <a:rPr lang="id"/>
              <a:t>Method Unscoped() juga bisa digunakan jika kita benar-benar mau melakukan hard delete permanen di database</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Unscoped</a:t>
            </a:r>
            <a:endParaRPr/>
          </a:p>
        </p:txBody>
      </p:sp>
      <p:pic>
        <p:nvPicPr>
          <p:cNvPr id="875" name="Google Shape;875;p146"/>
          <p:cNvPicPr preferRelativeResize="0"/>
          <p:nvPr/>
        </p:nvPicPr>
        <p:blipFill>
          <a:blip r:embed="rId3">
            <a:alphaModFix/>
          </a:blip>
          <a:stretch>
            <a:fillRect/>
          </a:stretch>
        </p:blipFill>
        <p:spPr>
          <a:xfrm>
            <a:off x="152400" y="2006250"/>
            <a:ext cx="7469818" cy="298485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Peringatan</a:t>
            </a:r>
            <a:endParaRPr/>
          </a:p>
        </p:txBody>
      </p:sp>
      <p:sp>
        <p:nvSpPr>
          <p:cNvPr id="881" name="Google Shape;881;p14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menggunakan Soft Delete, perhatikan penggunaan Primary Key atau Unique Index</a:t>
            </a:r>
            <a:endParaRPr/>
          </a:p>
          <a:p>
            <a:pPr indent="-311150" lvl="0" marL="457200" rtl="0" algn="l">
              <a:spcBef>
                <a:spcPts val="0"/>
              </a:spcBef>
              <a:spcAft>
                <a:spcPts val="0"/>
              </a:spcAft>
              <a:buSzPts val="1300"/>
              <a:buChar char="●"/>
            </a:pPr>
            <a:r>
              <a:rPr lang="id"/>
              <a:t>Ketika data sudah dihapus secara soft delete, sebenarnya data masih ada di tabel, oleh karena itu pastikan data primary key atau unique index tidak duplicate dengan data yang sudah dihapus secara soft delete</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4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Model Struct</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1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Model Struct</a:t>
            </a:r>
            <a:endParaRPr/>
          </a:p>
        </p:txBody>
      </p:sp>
      <p:sp>
        <p:nvSpPr>
          <p:cNvPr id="892" name="Google Shape;892;p14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menyediakan sebuah struct bernama Model yang berisi field ID, CreatedAt, UpdatedAt dan DeletedAt</a:t>
            </a:r>
            <a:endParaRPr/>
          </a:p>
          <a:p>
            <a:pPr indent="-311150" lvl="0" marL="457200" rtl="0" algn="l">
              <a:spcBef>
                <a:spcPts val="0"/>
              </a:spcBef>
              <a:spcAft>
                <a:spcPts val="0"/>
              </a:spcAft>
              <a:buSzPts val="1300"/>
              <a:buChar char="●"/>
            </a:pPr>
            <a:r>
              <a:rPr lang="id"/>
              <a:t>Ini cocok digunakan ketika kita menggunakan field yang sesuai dengan convention nya GORM</a:t>
            </a:r>
            <a:endParaRPr/>
          </a:p>
          <a:p>
            <a:pPr indent="-311150" lvl="0" marL="457200" rtl="0" algn="l">
              <a:spcBef>
                <a:spcPts val="0"/>
              </a:spcBef>
              <a:spcAft>
                <a:spcPts val="0"/>
              </a:spcAft>
              <a:buSzPts val="1300"/>
              <a:buChar char="●"/>
            </a:pPr>
            <a:r>
              <a:rPr lang="id"/>
              <a:t>Contoh misal kita bisa gunakan struct Model ini ketika membuat model Todo</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Struct gorm.Model</a:t>
            </a:r>
            <a:endParaRPr/>
          </a:p>
        </p:txBody>
      </p:sp>
      <p:pic>
        <p:nvPicPr>
          <p:cNvPr id="898" name="Google Shape;898;p150"/>
          <p:cNvPicPr preferRelativeResize="0"/>
          <p:nvPr/>
        </p:nvPicPr>
        <p:blipFill>
          <a:blip r:embed="rId3">
            <a:alphaModFix/>
          </a:blip>
          <a:stretch>
            <a:fillRect/>
          </a:stretch>
        </p:blipFill>
        <p:spPr>
          <a:xfrm>
            <a:off x="152400" y="2006250"/>
            <a:ext cx="7592670" cy="2984851"/>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1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Todo Model</a:t>
            </a:r>
            <a:endParaRPr/>
          </a:p>
        </p:txBody>
      </p:sp>
      <p:pic>
        <p:nvPicPr>
          <p:cNvPr id="904" name="Google Shape;904;p151"/>
          <p:cNvPicPr preferRelativeResize="0"/>
          <p:nvPr/>
        </p:nvPicPr>
        <p:blipFill>
          <a:blip r:embed="rId3">
            <a:alphaModFix/>
          </a:blip>
          <a:stretch>
            <a:fillRect/>
          </a:stretch>
        </p:blipFill>
        <p:spPr>
          <a:xfrm>
            <a:off x="152400" y="2006250"/>
            <a:ext cx="8068140" cy="298485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15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Lock</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Lock</a:t>
            </a:r>
            <a:endParaRPr/>
          </a:p>
        </p:txBody>
      </p:sp>
      <p:sp>
        <p:nvSpPr>
          <p:cNvPr id="915" name="Google Shape;915;p15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Hal yang biasa kita lakukan saat menggunakan database adalah melakukan Lock data</a:t>
            </a:r>
            <a:endParaRPr/>
          </a:p>
          <a:p>
            <a:pPr indent="-311150" lvl="0" marL="457200" rtl="0" algn="l">
              <a:spcBef>
                <a:spcPts val="0"/>
              </a:spcBef>
              <a:spcAft>
                <a:spcPts val="0"/>
              </a:spcAft>
              <a:buSzPts val="1300"/>
              <a:buChar char="●"/>
            </a:pPr>
            <a:r>
              <a:rPr lang="id"/>
              <a:t>Biasanya, ini dilakukan agar tidak terjadi RACE CONDITION ketika memanipulasi data yang sama oleh beberapa request</a:t>
            </a:r>
            <a:endParaRPr/>
          </a:p>
          <a:p>
            <a:pPr indent="-311150" lvl="0" marL="457200" rtl="0" algn="l">
              <a:spcBef>
                <a:spcPts val="0"/>
              </a:spcBef>
              <a:spcAft>
                <a:spcPts val="0"/>
              </a:spcAft>
              <a:buSzPts val="1300"/>
              <a:buChar char="●"/>
            </a:pPr>
            <a:r>
              <a:rPr lang="id"/>
              <a:t>Untuk melakukan Lock menggunakan GORM, kita bisa menambahkan Clauses() Locking</a:t>
            </a:r>
            <a:endParaRPr/>
          </a:p>
          <a:p>
            <a:pPr indent="-311150" lvl="0" marL="457200" rtl="0" algn="l">
              <a:spcBef>
                <a:spcPts val="0"/>
              </a:spcBef>
              <a:spcAft>
                <a:spcPts val="0"/>
              </a:spcAft>
              <a:buSzPts val="1300"/>
              <a:buChar char="●"/>
            </a:pPr>
            <a:r>
              <a:rPr lang="id"/>
              <a:t>Kita bisa menentukan jenis Lock nya, apakah itu UPDATE, SHARE atau yang lainnya. Sesuai dengan dukungan database yang kita gunakan</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Lock</a:t>
            </a:r>
            <a:endParaRPr/>
          </a:p>
        </p:txBody>
      </p:sp>
      <p:pic>
        <p:nvPicPr>
          <p:cNvPr id="921" name="Google Shape;921;p154"/>
          <p:cNvPicPr preferRelativeResize="0"/>
          <p:nvPr/>
        </p:nvPicPr>
        <p:blipFill>
          <a:blip r:embed="rId3">
            <a:alphaModFix/>
          </a:blip>
          <a:stretch>
            <a:fillRect/>
          </a:stretch>
        </p:blipFill>
        <p:spPr>
          <a:xfrm>
            <a:off x="152400" y="2006250"/>
            <a:ext cx="7565627" cy="298485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15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One to One</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1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One to One</a:t>
            </a:r>
            <a:endParaRPr/>
          </a:p>
        </p:txBody>
      </p:sp>
      <p:sp>
        <p:nvSpPr>
          <p:cNvPr id="932" name="Google Shape;932;p15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Relationship dalam database yang paling sederhana adalah One to One, dimana data di tabel berelasi dengan satu data di tabel lain</a:t>
            </a:r>
            <a:endParaRPr/>
          </a:p>
          <a:p>
            <a:pPr indent="-311150" lvl="0" marL="457200" rtl="0" algn="l">
              <a:spcBef>
                <a:spcPts val="0"/>
              </a:spcBef>
              <a:spcAft>
                <a:spcPts val="0"/>
              </a:spcAft>
              <a:buSzPts val="1300"/>
              <a:buChar char="●"/>
            </a:pPr>
            <a:r>
              <a:rPr lang="id"/>
              <a:t>Di GORM, One to One disebut juga relasi Has One</a:t>
            </a:r>
            <a:endParaRPr/>
          </a:p>
          <a:p>
            <a:pPr indent="-311150" lvl="0" marL="457200" rtl="0" algn="l">
              <a:spcBef>
                <a:spcPts val="0"/>
              </a:spcBef>
              <a:spcAft>
                <a:spcPts val="0"/>
              </a:spcAft>
              <a:buSzPts val="1300"/>
              <a:buChar char="●"/>
            </a:pPr>
            <a:r>
              <a:rPr lang="id"/>
              <a:t>Untuk membuat relasi One to One di Model sangat mudah, kita cukup buat field dengan tipe Model yang berelasi</a:t>
            </a:r>
            <a:endParaRPr/>
          </a:p>
          <a:p>
            <a:pPr indent="-311150" lvl="0" marL="457200" rtl="0" algn="l">
              <a:spcBef>
                <a:spcPts val="0"/>
              </a:spcBef>
              <a:spcAft>
                <a:spcPts val="0"/>
              </a:spcAft>
              <a:buSzPts val="1300"/>
              <a:buChar char="●"/>
            </a:pPr>
            <a:r>
              <a:rPr lang="id"/>
              <a:t>Lalu kita bisa tambahkan informasi di tag </a:t>
            </a:r>
            <a:endParaRPr/>
          </a:p>
          <a:p>
            <a:pPr indent="-311150" lvl="0" marL="457200" rtl="0" algn="l">
              <a:spcBef>
                <a:spcPts val="0"/>
              </a:spcBef>
              <a:spcAft>
                <a:spcPts val="0"/>
              </a:spcAft>
              <a:buSzPts val="1300"/>
              <a:buChar char="●"/>
            </a:pPr>
            <a:r>
              <a:rPr lang="id"/>
              <a:t>gorm:”foreignKey:nama_kolom” untuk kolom yang dijadikan foreign key</a:t>
            </a:r>
            <a:endParaRPr/>
          </a:p>
          <a:p>
            <a:pPr indent="-311150" lvl="0" marL="457200" rtl="0" algn="l">
              <a:spcBef>
                <a:spcPts val="0"/>
              </a:spcBef>
              <a:spcAft>
                <a:spcPts val="0"/>
              </a:spcAft>
              <a:buSzPts val="1300"/>
              <a:buChar char="●"/>
            </a:pPr>
            <a:r>
              <a:rPr lang="id"/>
              <a:t>gorm:”references:nama_kolom” untuk kolom yang dijadikan reference</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5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Tabel Wallets</a:t>
            </a:r>
            <a:endParaRPr/>
          </a:p>
        </p:txBody>
      </p:sp>
      <p:pic>
        <p:nvPicPr>
          <p:cNvPr id="938" name="Google Shape;938;p157"/>
          <p:cNvPicPr preferRelativeResize="0"/>
          <p:nvPr/>
        </p:nvPicPr>
        <p:blipFill>
          <a:blip r:embed="rId3">
            <a:alphaModFix/>
          </a:blip>
          <a:stretch>
            <a:fillRect/>
          </a:stretch>
        </p:blipFill>
        <p:spPr>
          <a:xfrm>
            <a:off x="152400" y="2006250"/>
            <a:ext cx="8764605" cy="298485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Wallet Model</a:t>
            </a:r>
            <a:endParaRPr/>
          </a:p>
        </p:txBody>
      </p:sp>
      <p:pic>
        <p:nvPicPr>
          <p:cNvPr id="944" name="Google Shape;944;p158"/>
          <p:cNvPicPr preferRelativeResize="0"/>
          <p:nvPr/>
        </p:nvPicPr>
        <p:blipFill>
          <a:blip r:embed="rId3">
            <a:alphaModFix/>
          </a:blip>
          <a:stretch>
            <a:fillRect/>
          </a:stretch>
        </p:blipFill>
        <p:spPr>
          <a:xfrm>
            <a:off x="152400" y="2006250"/>
            <a:ext cx="7539856" cy="298485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1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User Model</a:t>
            </a:r>
            <a:endParaRPr/>
          </a:p>
        </p:txBody>
      </p:sp>
      <p:pic>
        <p:nvPicPr>
          <p:cNvPr id="950" name="Google Shape;950;p159"/>
          <p:cNvPicPr preferRelativeResize="0"/>
          <p:nvPr/>
        </p:nvPicPr>
        <p:blipFill>
          <a:blip r:embed="rId3">
            <a:alphaModFix/>
          </a:blip>
          <a:stretch>
            <a:fillRect/>
          </a:stretch>
        </p:blipFill>
        <p:spPr>
          <a:xfrm>
            <a:off x="152400" y="2006250"/>
            <a:ext cx="8839201" cy="2642357"/>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Create Wallet</a:t>
            </a:r>
            <a:endParaRPr/>
          </a:p>
        </p:txBody>
      </p:sp>
      <p:pic>
        <p:nvPicPr>
          <p:cNvPr id="956" name="Google Shape;956;p160"/>
          <p:cNvPicPr preferRelativeResize="0"/>
          <p:nvPr/>
        </p:nvPicPr>
        <p:blipFill>
          <a:blip r:embed="rId3">
            <a:alphaModFix/>
          </a:blip>
          <a:stretch>
            <a:fillRect/>
          </a:stretch>
        </p:blipFill>
        <p:spPr>
          <a:xfrm>
            <a:off x="152400" y="2006250"/>
            <a:ext cx="8277225" cy="274320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16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Preload</a:t>
            </a:r>
            <a:endParaRPr/>
          </a:p>
        </p:txBody>
      </p:sp>
      <p:sp>
        <p:nvSpPr>
          <p:cNvPr id="962" name="Google Shape;962;p16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relasi tidak akan di query oleh GORM, artinya sifatnya adalah LAZY</a:t>
            </a:r>
            <a:endParaRPr/>
          </a:p>
          <a:p>
            <a:pPr indent="-311150" lvl="0" marL="457200" rtl="0" algn="l">
              <a:spcBef>
                <a:spcPts val="0"/>
              </a:spcBef>
              <a:spcAft>
                <a:spcPts val="0"/>
              </a:spcAft>
              <a:buSzPts val="1300"/>
              <a:buChar char="●"/>
            </a:pPr>
            <a:r>
              <a:rPr lang="id"/>
              <a:t>Jika kita ingin melakukan query relation (EAGER) secara langsung ketika melakukan query Model, kita bisa sebutkan relasi yang ingin kita load menggunakan method Preload()</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6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Retrieve Relation (1)</a:t>
            </a:r>
            <a:endParaRPr/>
          </a:p>
        </p:txBody>
      </p:sp>
      <p:pic>
        <p:nvPicPr>
          <p:cNvPr id="968" name="Google Shape;968;p162"/>
          <p:cNvPicPr preferRelativeResize="0"/>
          <p:nvPr/>
        </p:nvPicPr>
        <p:blipFill>
          <a:blip r:embed="rId3">
            <a:alphaModFix/>
          </a:blip>
          <a:stretch>
            <a:fillRect/>
          </a:stretch>
        </p:blipFill>
        <p:spPr>
          <a:xfrm>
            <a:off x="152400" y="2006250"/>
            <a:ext cx="8839200" cy="2449195"/>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Join</a:t>
            </a:r>
            <a:endParaRPr/>
          </a:p>
        </p:txBody>
      </p:sp>
      <p:sp>
        <p:nvSpPr>
          <p:cNvPr id="974" name="Google Shape;974;p16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Menggunakan Preload(), GORM akan melakukan pengambilan data relasi menggunakan query yang terpisah</a:t>
            </a:r>
            <a:endParaRPr/>
          </a:p>
          <a:p>
            <a:pPr indent="-311150" lvl="0" marL="457200" rtl="0" algn="l">
              <a:spcBef>
                <a:spcPts val="0"/>
              </a:spcBef>
              <a:spcAft>
                <a:spcPts val="0"/>
              </a:spcAft>
              <a:buSzPts val="1300"/>
              <a:buChar char="●"/>
            </a:pPr>
            <a:r>
              <a:rPr lang="id"/>
              <a:t>Hal ini cocok ketika menggunakan relasi One to Many atau Many to Many</a:t>
            </a:r>
            <a:endParaRPr/>
          </a:p>
          <a:p>
            <a:pPr indent="-311150" lvl="0" marL="457200" rtl="0" algn="l">
              <a:spcBef>
                <a:spcPts val="0"/>
              </a:spcBef>
              <a:spcAft>
                <a:spcPts val="0"/>
              </a:spcAft>
              <a:buSzPts val="1300"/>
              <a:buChar char="●"/>
            </a:pPr>
            <a:r>
              <a:rPr lang="id"/>
              <a:t>Namun pada kasus One to One, kadang ada baiknya kita lakukan sekali query saja menggunakan JOIN, karena hasilnya hanya satu data, jadi lebih cepat</a:t>
            </a:r>
            <a:endParaRPr/>
          </a:p>
          <a:p>
            <a:pPr indent="-311150" lvl="0" marL="457200" rtl="0" algn="l">
              <a:spcBef>
                <a:spcPts val="0"/>
              </a:spcBef>
              <a:spcAft>
                <a:spcPts val="0"/>
              </a:spcAft>
              <a:buSzPts val="1300"/>
              <a:buChar char="●"/>
            </a:pPr>
            <a:r>
              <a:rPr lang="id"/>
              <a:t>Jika kita ingin menggunakan Join, kita bisa menggunakan method Joins(), lalu menyebutkan field mana yang akan kita lakukan JOIN</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16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Join</a:t>
            </a:r>
            <a:endParaRPr/>
          </a:p>
        </p:txBody>
      </p:sp>
      <p:pic>
        <p:nvPicPr>
          <p:cNvPr id="980" name="Google Shape;980;p164"/>
          <p:cNvPicPr preferRelativeResize="0"/>
          <p:nvPr/>
        </p:nvPicPr>
        <p:blipFill>
          <a:blip r:embed="rId3">
            <a:alphaModFix/>
          </a:blip>
          <a:stretch>
            <a:fillRect/>
          </a:stretch>
        </p:blipFill>
        <p:spPr>
          <a:xfrm>
            <a:off x="152400" y="2006250"/>
            <a:ext cx="8267700" cy="234315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6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Auto Upsert Relation</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Auto Create/Update</a:t>
            </a:r>
            <a:endParaRPr/>
          </a:p>
        </p:txBody>
      </p:sp>
      <p:sp>
        <p:nvSpPr>
          <p:cNvPr id="991" name="Google Shape;991;p16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relasi, lalu kita ingin melakukan create/update data Model, secara default GORM akan mengecek relasi yang terdapat di data tersebut</a:t>
            </a:r>
            <a:endParaRPr/>
          </a:p>
          <a:p>
            <a:pPr indent="-311150" lvl="0" marL="457200" rtl="0" algn="l">
              <a:spcBef>
                <a:spcPts val="0"/>
              </a:spcBef>
              <a:spcAft>
                <a:spcPts val="0"/>
              </a:spcAft>
              <a:buSzPts val="1300"/>
              <a:buChar char="●"/>
            </a:pPr>
            <a:r>
              <a:rPr lang="id"/>
              <a:t>Jika terdapat data relasi, GORM akan melakukan proses Upsert terhadap data relasinya, sehingga kita tidak perlu melakukan create/update data relasi secara manual</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1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Auto Create/Update</a:t>
            </a:r>
            <a:endParaRPr/>
          </a:p>
        </p:txBody>
      </p:sp>
      <p:pic>
        <p:nvPicPr>
          <p:cNvPr id="997" name="Google Shape;997;p167"/>
          <p:cNvPicPr preferRelativeResize="0"/>
          <p:nvPr/>
        </p:nvPicPr>
        <p:blipFill>
          <a:blip r:embed="rId3">
            <a:alphaModFix/>
          </a:blip>
          <a:stretch>
            <a:fillRect/>
          </a:stretch>
        </p:blipFill>
        <p:spPr>
          <a:xfrm>
            <a:off x="152400" y="2006250"/>
            <a:ext cx="6513636" cy="298485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6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Skip </a:t>
            </a:r>
            <a:r>
              <a:rPr lang="id"/>
              <a:t>Auto Create/Update</a:t>
            </a:r>
            <a:endParaRPr/>
          </a:p>
        </p:txBody>
      </p:sp>
      <p:sp>
        <p:nvSpPr>
          <p:cNvPr id="1003" name="Google Shape;1003;p16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Jika kita tidak mau melakukan auto create / update data relasi, kita bisa gunakan method Omit() yang berisi clause.Associations</a:t>
            </a:r>
            <a:endParaRPr/>
          </a:p>
          <a:p>
            <a:pPr indent="-311150" lvl="0" marL="457200" rtl="0" algn="l">
              <a:spcBef>
                <a:spcPts val="0"/>
              </a:spcBef>
              <a:spcAft>
                <a:spcPts val="0"/>
              </a:spcAft>
              <a:buSzPts val="1300"/>
              <a:buChar char="●"/>
            </a:pPr>
            <a:r>
              <a:rPr lang="id"/>
              <a:t>Ini memberitahu GORM bahwa kita tidak mau melakukan auto create/update untuk data relasinya</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16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Skip Auto Create/Update</a:t>
            </a:r>
            <a:endParaRPr/>
          </a:p>
        </p:txBody>
      </p:sp>
      <p:pic>
        <p:nvPicPr>
          <p:cNvPr id="1009" name="Google Shape;1009;p169"/>
          <p:cNvPicPr preferRelativeResize="0"/>
          <p:nvPr/>
        </p:nvPicPr>
        <p:blipFill>
          <a:blip r:embed="rId3">
            <a:alphaModFix/>
          </a:blip>
          <a:stretch>
            <a:fillRect/>
          </a:stretch>
        </p:blipFill>
        <p:spPr>
          <a:xfrm>
            <a:off x="152400" y="2006250"/>
            <a:ext cx="7284941" cy="298485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17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One to Many</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17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One to Many</a:t>
            </a:r>
            <a:endParaRPr/>
          </a:p>
        </p:txBody>
      </p:sp>
      <p:sp>
        <p:nvSpPr>
          <p:cNvPr id="1020" name="Google Shape;1020;p17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Relasi One to Many adalah relasi dimana data di tabel bisa memiliki relasi ke banyak data di tabel lain</a:t>
            </a:r>
            <a:endParaRPr/>
          </a:p>
          <a:p>
            <a:pPr indent="-311150" lvl="0" marL="457200" rtl="0" algn="l">
              <a:spcBef>
                <a:spcPts val="0"/>
              </a:spcBef>
              <a:spcAft>
                <a:spcPts val="0"/>
              </a:spcAft>
              <a:buSzPts val="1300"/>
              <a:buChar char="●"/>
            </a:pPr>
            <a:r>
              <a:rPr lang="id"/>
              <a:t>Di GORM, One to Many juga disebut relasi Has Many</a:t>
            </a:r>
            <a:endParaRPr/>
          </a:p>
          <a:p>
            <a:pPr indent="-311150" lvl="0" marL="457200" rtl="0" algn="l">
              <a:spcBef>
                <a:spcPts val="0"/>
              </a:spcBef>
              <a:spcAft>
                <a:spcPts val="0"/>
              </a:spcAft>
              <a:buSzPts val="1300"/>
              <a:buChar char="●"/>
            </a:pPr>
            <a:r>
              <a:rPr lang="id"/>
              <a:t>Untuk membuat relasi One to Many, kita bisa gunakan field dengan tipe Slice Model yang berelasi</a:t>
            </a:r>
            <a:endParaRPr/>
          </a:p>
          <a:p>
            <a:pPr indent="-311150" lvl="0" marL="457200" rtl="0" algn="l">
              <a:spcBef>
                <a:spcPts val="0"/>
              </a:spcBef>
              <a:spcAft>
                <a:spcPts val="0"/>
              </a:spcAft>
              <a:buSzPts val="1300"/>
              <a:buChar char="●"/>
            </a:pPr>
            <a:r>
              <a:rPr lang="id"/>
              <a:t>Kita juga bisa menentukan informasi seperti foreignKey dan references nya, sama seperti ketika menggunakan relasi One to One</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7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Table Addresses</a:t>
            </a:r>
            <a:endParaRPr/>
          </a:p>
        </p:txBody>
      </p:sp>
      <p:pic>
        <p:nvPicPr>
          <p:cNvPr id="1026" name="Google Shape;1026;p172"/>
          <p:cNvPicPr preferRelativeResize="0"/>
          <p:nvPr/>
        </p:nvPicPr>
        <p:blipFill>
          <a:blip r:embed="rId3">
            <a:alphaModFix/>
          </a:blip>
          <a:stretch>
            <a:fillRect/>
          </a:stretch>
        </p:blipFill>
        <p:spPr>
          <a:xfrm>
            <a:off x="152400" y="2006250"/>
            <a:ext cx="8839200" cy="2743200"/>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17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Address Model</a:t>
            </a:r>
            <a:endParaRPr/>
          </a:p>
        </p:txBody>
      </p:sp>
      <p:pic>
        <p:nvPicPr>
          <p:cNvPr id="1032" name="Google Shape;1032;p173"/>
          <p:cNvPicPr preferRelativeResize="0"/>
          <p:nvPr/>
        </p:nvPicPr>
        <p:blipFill>
          <a:blip r:embed="rId3">
            <a:alphaModFix/>
          </a:blip>
          <a:stretch>
            <a:fillRect/>
          </a:stretch>
        </p:blipFill>
        <p:spPr>
          <a:xfrm>
            <a:off x="152400" y="2006250"/>
            <a:ext cx="7615631" cy="298485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7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User Model</a:t>
            </a:r>
            <a:endParaRPr/>
          </a:p>
        </p:txBody>
      </p:sp>
      <p:pic>
        <p:nvPicPr>
          <p:cNvPr id="1038" name="Google Shape;1038;p174"/>
          <p:cNvPicPr preferRelativeResize="0"/>
          <p:nvPr/>
        </p:nvPicPr>
        <p:blipFill>
          <a:blip r:embed="rId3">
            <a:alphaModFix/>
          </a:blip>
          <a:stretch>
            <a:fillRect/>
          </a:stretch>
        </p:blipFill>
        <p:spPr>
          <a:xfrm>
            <a:off x="152400" y="2006250"/>
            <a:ext cx="8839200" cy="2833077"/>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1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Auto Create/Update</a:t>
            </a:r>
            <a:endParaRPr/>
          </a:p>
        </p:txBody>
      </p:sp>
      <p:pic>
        <p:nvPicPr>
          <p:cNvPr id="1044" name="Google Shape;1044;p175"/>
          <p:cNvPicPr preferRelativeResize="0"/>
          <p:nvPr/>
        </p:nvPicPr>
        <p:blipFill>
          <a:blip r:embed="rId3">
            <a:alphaModFix/>
          </a:blip>
          <a:stretch>
            <a:fillRect/>
          </a:stretch>
        </p:blipFill>
        <p:spPr>
          <a:xfrm>
            <a:off x="152400" y="2006250"/>
            <a:ext cx="4343400" cy="2924175"/>
          </a:xfrm>
          <a:prstGeom prst="rect">
            <a:avLst/>
          </a:prstGeom>
          <a:noFill/>
          <a:ln>
            <a:noFill/>
          </a:ln>
        </p:spPr>
      </p:pic>
      <p:pic>
        <p:nvPicPr>
          <p:cNvPr id="1045" name="Google Shape;1045;p175"/>
          <p:cNvPicPr preferRelativeResize="0"/>
          <p:nvPr/>
        </p:nvPicPr>
        <p:blipFill>
          <a:blip r:embed="rId4">
            <a:alphaModFix/>
          </a:blip>
          <a:stretch>
            <a:fillRect/>
          </a:stretch>
        </p:blipFill>
        <p:spPr>
          <a:xfrm>
            <a:off x="4648200" y="2006250"/>
            <a:ext cx="2840544" cy="298485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7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Preload &amp; Join</a:t>
            </a:r>
            <a:endParaRPr/>
          </a:p>
        </p:txBody>
      </p:sp>
      <p:pic>
        <p:nvPicPr>
          <p:cNvPr id="1051" name="Google Shape;1051;p176"/>
          <p:cNvPicPr preferRelativeResize="0"/>
          <p:nvPr/>
        </p:nvPicPr>
        <p:blipFill>
          <a:blip r:embed="rId3">
            <a:alphaModFix/>
          </a:blip>
          <a:stretch>
            <a:fillRect/>
          </a:stretch>
        </p:blipFill>
        <p:spPr>
          <a:xfrm>
            <a:off x="152400" y="2006250"/>
            <a:ext cx="8839200" cy="1864891"/>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17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Belongs To</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7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Belongs To di One to Many</a:t>
            </a:r>
            <a:endParaRPr/>
          </a:p>
        </p:txBody>
      </p:sp>
      <p:sp>
        <p:nvSpPr>
          <p:cNvPr id="1062" name="Google Shape;1062;p17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relasi One to Many, ada sudut pandang lain dari Model sebelahnya, yaitu relasi Many to One</a:t>
            </a:r>
            <a:endParaRPr/>
          </a:p>
          <a:p>
            <a:pPr indent="-311150" lvl="0" marL="457200" rtl="0" algn="l">
              <a:spcBef>
                <a:spcPts val="0"/>
              </a:spcBef>
              <a:spcAft>
                <a:spcPts val="0"/>
              </a:spcAft>
              <a:buSzPts val="1300"/>
              <a:buChar char="●"/>
            </a:pPr>
            <a:r>
              <a:rPr lang="id"/>
              <a:t>Pada kasus ini, kita bisa menggunakan relasi Belongs To (milik) di GORM</a:t>
            </a:r>
            <a:endParaRPr/>
          </a:p>
          <a:p>
            <a:pPr indent="-311150" lvl="0" marL="457200" rtl="0" algn="l">
              <a:spcBef>
                <a:spcPts val="0"/>
              </a:spcBef>
              <a:spcAft>
                <a:spcPts val="0"/>
              </a:spcAft>
              <a:buSzPts val="1300"/>
              <a:buChar char="●"/>
            </a:pPr>
            <a:r>
              <a:rPr lang="id"/>
              <a:t>Contoh sebelumnya kita tahu bahwa User punya banyak Address, artinya Address milik (belongs to) User</a:t>
            </a:r>
            <a:endParaRPr/>
          </a:p>
          <a:p>
            <a:pPr indent="-311150" lvl="0" marL="457200" rtl="0" algn="l">
              <a:spcBef>
                <a:spcPts val="0"/>
              </a:spcBef>
              <a:spcAft>
                <a:spcPts val="0"/>
              </a:spcAft>
              <a:buSzPts val="1300"/>
              <a:buChar char="●"/>
            </a:pPr>
            <a:r>
              <a:rPr lang="id"/>
              <a:t>Kita bisa tambahkan relasi ini di model Address, agar ketika kita melakukan query ke model Address, kita juga bisa mendapatkan informasi relasi User nya</a:t>
            </a:r>
            <a:endParaRPr/>
          </a:p>
          <a:p>
            <a:pPr indent="-311150" lvl="0" marL="457200" rtl="0" algn="l">
              <a:spcBef>
                <a:spcPts val="0"/>
              </a:spcBef>
              <a:spcAft>
                <a:spcPts val="0"/>
              </a:spcAft>
              <a:buSzPts val="1300"/>
              <a:buChar char="●"/>
            </a:pPr>
            <a:r>
              <a:rPr lang="id"/>
              <a:t>Cara membuatnya mirip seperti ketika membuat relasi One to One</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7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Address Model</a:t>
            </a:r>
            <a:endParaRPr/>
          </a:p>
        </p:txBody>
      </p:sp>
      <p:pic>
        <p:nvPicPr>
          <p:cNvPr id="1068" name="Google Shape;1068;p179"/>
          <p:cNvPicPr preferRelativeResize="0"/>
          <p:nvPr/>
        </p:nvPicPr>
        <p:blipFill>
          <a:blip r:embed="rId3">
            <a:alphaModFix/>
          </a:blip>
          <a:stretch>
            <a:fillRect/>
          </a:stretch>
        </p:blipFill>
        <p:spPr>
          <a:xfrm>
            <a:off x="152400" y="2006250"/>
            <a:ext cx="7715250" cy="2352675"/>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18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Preload atau Join</a:t>
            </a:r>
            <a:endParaRPr/>
          </a:p>
        </p:txBody>
      </p:sp>
      <p:pic>
        <p:nvPicPr>
          <p:cNvPr id="1074" name="Google Shape;1074;p180"/>
          <p:cNvPicPr preferRelativeResize="0"/>
          <p:nvPr/>
        </p:nvPicPr>
        <p:blipFill>
          <a:blip r:embed="rId3">
            <a:alphaModFix/>
          </a:blip>
          <a:stretch>
            <a:fillRect/>
          </a:stretch>
        </p:blipFill>
        <p:spPr>
          <a:xfrm>
            <a:off x="152400" y="2006250"/>
            <a:ext cx="8839200" cy="284490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18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Belongs To di One to One</a:t>
            </a:r>
            <a:endParaRPr/>
          </a:p>
        </p:txBody>
      </p:sp>
      <p:sp>
        <p:nvSpPr>
          <p:cNvPr id="1080" name="Google Shape;1080;p18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di One to Many, sebenarnya Belongs To bisa diimplementasikan di relasi One to One</a:t>
            </a:r>
            <a:endParaRPr/>
          </a:p>
          <a:p>
            <a:pPr indent="-311150" lvl="0" marL="457200" rtl="0" algn="l">
              <a:spcBef>
                <a:spcPts val="0"/>
              </a:spcBef>
              <a:spcAft>
                <a:spcPts val="0"/>
              </a:spcAft>
              <a:buSzPts val="1300"/>
              <a:buChar char="●"/>
            </a:pPr>
            <a:r>
              <a:rPr lang="id"/>
              <a:t>Sebelumnya kita tahu bahwa User punya satu (Has One) Wallet, artinya Wallet itu milik (Belongs To) User</a:t>
            </a:r>
            <a:endParaRPr/>
          </a:p>
          <a:p>
            <a:pPr indent="-311150" lvl="0" marL="457200" rtl="0" algn="l">
              <a:spcBef>
                <a:spcPts val="0"/>
              </a:spcBef>
              <a:spcAft>
                <a:spcPts val="0"/>
              </a:spcAft>
              <a:buSzPts val="1300"/>
              <a:buChar char="●"/>
            </a:pPr>
            <a:r>
              <a:rPr lang="id"/>
              <a:t>Kita bisa tambahkan field User di Wallet sebagai relasi Belongs To</a:t>
            </a:r>
            <a:endParaRPr/>
          </a:p>
          <a:p>
            <a:pPr indent="-311150" lvl="0" marL="457200" rtl="0" algn="l">
              <a:spcBef>
                <a:spcPts val="0"/>
              </a:spcBef>
              <a:spcAft>
                <a:spcPts val="0"/>
              </a:spcAft>
              <a:buSzPts val="1300"/>
              <a:buChar char="●"/>
            </a:pPr>
            <a:r>
              <a:rPr lang="id"/>
              <a:t>Namun, karena di Golang, cyclic itu tidak boleh, maka untuk menambahkan relasi Belongs To di One to One, kita perlu menggunakan Pointer</a:t>
            </a:r>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18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Wallet Model</a:t>
            </a:r>
            <a:endParaRPr/>
          </a:p>
        </p:txBody>
      </p:sp>
      <p:pic>
        <p:nvPicPr>
          <p:cNvPr id="1086" name="Google Shape;1086;p182"/>
          <p:cNvPicPr preferRelativeResize="0"/>
          <p:nvPr/>
        </p:nvPicPr>
        <p:blipFill>
          <a:blip r:embed="rId3">
            <a:alphaModFix/>
          </a:blip>
          <a:stretch>
            <a:fillRect/>
          </a:stretch>
        </p:blipFill>
        <p:spPr>
          <a:xfrm>
            <a:off x="152400" y="2006250"/>
            <a:ext cx="8839200" cy="2711703"/>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18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Belongs To di One to One</a:t>
            </a:r>
            <a:endParaRPr/>
          </a:p>
        </p:txBody>
      </p:sp>
      <p:pic>
        <p:nvPicPr>
          <p:cNvPr id="1092" name="Google Shape;1092;p183"/>
          <p:cNvPicPr preferRelativeResize="0"/>
          <p:nvPr/>
        </p:nvPicPr>
        <p:blipFill>
          <a:blip r:embed="rId3">
            <a:alphaModFix/>
          </a:blip>
          <a:stretch>
            <a:fillRect/>
          </a:stretch>
        </p:blipFill>
        <p:spPr>
          <a:xfrm>
            <a:off x="152400" y="2006250"/>
            <a:ext cx="8108236" cy="298485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8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Many to Many</a:t>
            </a:r>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18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Many to Many</a:t>
            </a:r>
            <a:endParaRPr/>
          </a:p>
        </p:txBody>
      </p:sp>
      <p:sp>
        <p:nvSpPr>
          <p:cNvPr id="1103" name="Google Shape;1103;p18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Relasi yang paling kompleks ada relasi Many to Many</a:t>
            </a:r>
            <a:endParaRPr/>
          </a:p>
          <a:p>
            <a:pPr indent="-311150" lvl="0" marL="457200" rtl="0" algn="l">
              <a:spcBef>
                <a:spcPts val="0"/>
              </a:spcBef>
              <a:spcAft>
                <a:spcPts val="0"/>
              </a:spcAft>
              <a:buSzPts val="1300"/>
              <a:buChar char="●"/>
            </a:pPr>
            <a:r>
              <a:rPr lang="id"/>
              <a:t>Seperti yang kita tahu, bahwa untuk relasi Many to Many, kita harus membuat tabel jembatan penghubung antara dua tabel</a:t>
            </a:r>
            <a:endParaRPr/>
          </a:p>
          <a:p>
            <a:pPr indent="-311150" lvl="0" marL="457200" rtl="0" algn="l">
              <a:spcBef>
                <a:spcPts val="0"/>
              </a:spcBef>
              <a:spcAft>
                <a:spcPts val="0"/>
              </a:spcAft>
              <a:buSzPts val="1300"/>
              <a:buChar char="●"/>
            </a:pPr>
            <a:r>
              <a:rPr lang="id"/>
              <a:t>GORM juga mendukung relasi Many to Many, caranya mudah kita hanya perlu membuat field berupa Slice di kedua Model yang berelasi</a:t>
            </a:r>
            <a:endParaRPr/>
          </a:p>
          <a:p>
            <a:pPr indent="-311150" lvl="0" marL="457200" rtl="0" algn="l">
              <a:spcBef>
                <a:spcPts val="0"/>
              </a:spcBef>
              <a:spcAft>
                <a:spcPts val="0"/>
              </a:spcAft>
              <a:buSzPts val="1300"/>
              <a:buChar char="●"/>
            </a:pPr>
            <a:r>
              <a:rPr lang="id"/>
              <a:t>Untuk memberitahu tabel penghubung dan juga kolom untuk join nya, kita bisa menggunakan tag</a:t>
            </a:r>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18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Many to Many Tag</a:t>
            </a:r>
            <a:endParaRPr/>
          </a:p>
        </p:txBody>
      </p:sp>
      <p:sp>
        <p:nvSpPr>
          <p:cNvPr id="1109" name="Google Shape;1109;p18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memberitahu nama tabel penghubung, kita bisa menggunakan tag gorm:”many2many:nama_tabel”</a:t>
            </a:r>
            <a:endParaRPr/>
          </a:p>
          <a:p>
            <a:pPr indent="-311150" lvl="0" marL="457200" rtl="0" algn="l">
              <a:spcBef>
                <a:spcPts val="0"/>
              </a:spcBef>
              <a:spcAft>
                <a:spcPts val="0"/>
              </a:spcAft>
              <a:buSzPts val="1300"/>
              <a:buChar char="●"/>
            </a:pPr>
            <a:r>
              <a:rPr lang="id"/>
              <a:t>Saat melakukan query Many to Many, terdapat banyak sekali kolom yang perlu diketai, seperti kolom id di Model pertama, kolom foreign key Model pertama di tabel penghubung, kolom id di Model kedua, kolom foreign key Model kedua di tabel penghubung, semua bisa kita gunakan tag</a:t>
            </a:r>
            <a:endParaRPr/>
          </a:p>
          <a:p>
            <a:pPr indent="-311150" lvl="0" marL="457200" rtl="0" algn="l">
              <a:spcBef>
                <a:spcPts val="0"/>
              </a:spcBef>
              <a:spcAft>
                <a:spcPts val="0"/>
              </a:spcAft>
              <a:buSzPts val="1300"/>
              <a:buChar char="●"/>
            </a:pPr>
            <a:r>
              <a:rPr lang="id"/>
              <a:t>gorm:”foreignKey:kolom_id” untuk id di Model pertama</a:t>
            </a:r>
            <a:endParaRPr/>
          </a:p>
          <a:p>
            <a:pPr indent="-311150" lvl="0" marL="457200" rtl="0" algn="l">
              <a:spcBef>
                <a:spcPts val="0"/>
              </a:spcBef>
              <a:spcAft>
                <a:spcPts val="0"/>
              </a:spcAft>
              <a:buSzPts val="1300"/>
              <a:buChar char="●"/>
            </a:pPr>
            <a:r>
              <a:rPr lang="id"/>
              <a:t>gorm:”joinForeignKey:kolom_id” untuk foreign key Model pertama di tabel penghubung</a:t>
            </a:r>
            <a:endParaRPr/>
          </a:p>
          <a:p>
            <a:pPr indent="-311150" lvl="0" marL="457200" rtl="0" algn="l">
              <a:spcBef>
                <a:spcPts val="0"/>
              </a:spcBef>
              <a:spcAft>
                <a:spcPts val="0"/>
              </a:spcAft>
              <a:buSzPts val="1300"/>
              <a:buChar char="●"/>
            </a:pPr>
            <a:r>
              <a:rPr lang="id"/>
              <a:t>gorm:”references:kolom_id” untuk id di Model kedua</a:t>
            </a:r>
            <a:endParaRPr/>
          </a:p>
          <a:p>
            <a:pPr indent="-311150" lvl="0" marL="457200" rtl="0" algn="l">
              <a:spcBef>
                <a:spcPts val="0"/>
              </a:spcBef>
              <a:spcAft>
                <a:spcPts val="0"/>
              </a:spcAft>
              <a:buSzPts val="1300"/>
              <a:buChar char="●"/>
            </a:pPr>
            <a:r>
              <a:rPr lang="id"/>
              <a:t>gorm:”referencesForeignKey:kolom_id” untuk foreign key Model kedua di tabel penghubung</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8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Contoh Kasus</a:t>
            </a:r>
            <a:endParaRPr/>
          </a:p>
        </p:txBody>
      </p:sp>
      <p:sp>
        <p:nvSpPr>
          <p:cNvPr id="1115" name="Google Shape;1115;p18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Misal kita akan membuat fitur dimana User bisa like banyak Product, dan satu Product bisa di like banyak User</a:t>
            </a:r>
            <a:endParaRPr/>
          </a:p>
          <a:p>
            <a:pPr indent="-311150" lvl="0" marL="457200" rtl="0" algn="l">
              <a:spcBef>
                <a:spcPts val="0"/>
              </a:spcBef>
              <a:spcAft>
                <a:spcPts val="0"/>
              </a:spcAft>
              <a:buSzPts val="1300"/>
              <a:buChar char="●"/>
            </a:pPr>
            <a:r>
              <a:rPr lang="id"/>
              <a:t>Artinya kita akan membuat model Product, lalu akan membuat Relasi Many to Many antara User dan Product</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8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Tabel Products</a:t>
            </a:r>
            <a:endParaRPr/>
          </a:p>
        </p:txBody>
      </p:sp>
      <p:pic>
        <p:nvPicPr>
          <p:cNvPr id="1121" name="Google Shape;1121;p188"/>
          <p:cNvPicPr preferRelativeResize="0"/>
          <p:nvPr/>
        </p:nvPicPr>
        <p:blipFill>
          <a:blip r:embed="rId3">
            <a:alphaModFix/>
          </a:blip>
          <a:stretch>
            <a:fillRect/>
          </a:stretch>
        </p:blipFill>
        <p:spPr>
          <a:xfrm>
            <a:off x="152400" y="2006250"/>
            <a:ext cx="8686800" cy="2762250"/>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18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Product Model</a:t>
            </a:r>
            <a:endParaRPr/>
          </a:p>
        </p:txBody>
      </p:sp>
      <p:pic>
        <p:nvPicPr>
          <p:cNvPr id="1127" name="Google Shape;1127;p189"/>
          <p:cNvPicPr preferRelativeResize="0"/>
          <p:nvPr/>
        </p:nvPicPr>
        <p:blipFill>
          <a:blip r:embed="rId3">
            <a:alphaModFix/>
          </a:blip>
          <a:stretch>
            <a:fillRect/>
          </a:stretch>
        </p:blipFill>
        <p:spPr>
          <a:xfrm>
            <a:off x="152400" y="2006250"/>
            <a:ext cx="7674039" cy="298485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9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Tabel Penghubung user_like_product</a:t>
            </a:r>
            <a:endParaRPr/>
          </a:p>
        </p:txBody>
      </p:sp>
      <p:pic>
        <p:nvPicPr>
          <p:cNvPr id="1133" name="Google Shape;1133;p190"/>
          <p:cNvPicPr preferRelativeResize="0"/>
          <p:nvPr/>
        </p:nvPicPr>
        <p:blipFill>
          <a:blip r:embed="rId3">
            <a:alphaModFix/>
          </a:blip>
          <a:stretch>
            <a:fillRect/>
          </a:stretch>
        </p:blipFill>
        <p:spPr>
          <a:xfrm>
            <a:off x="152400" y="2006250"/>
            <a:ext cx="8839200" cy="2791326"/>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9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User Model</a:t>
            </a:r>
            <a:endParaRPr/>
          </a:p>
        </p:txBody>
      </p:sp>
      <p:pic>
        <p:nvPicPr>
          <p:cNvPr id="1139" name="Google Shape;1139;p191"/>
          <p:cNvPicPr preferRelativeResize="0"/>
          <p:nvPr/>
        </p:nvPicPr>
        <p:blipFill>
          <a:blip r:embed="rId3">
            <a:alphaModFix/>
          </a:blip>
          <a:stretch>
            <a:fillRect/>
          </a:stretch>
        </p:blipFill>
        <p:spPr>
          <a:xfrm>
            <a:off x="152400" y="2006250"/>
            <a:ext cx="8839200" cy="2176677"/>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19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Product Model</a:t>
            </a:r>
            <a:endParaRPr/>
          </a:p>
        </p:txBody>
      </p:sp>
      <p:pic>
        <p:nvPicPr>
          <p:cNvPr id="1145" name="Google Shape;1145;p192"/>
          <p:cNvPicPr preferRelativeResize="0"/>
          <p:nvPr/>
        </p:nvPicPr>
        <p:blipFill>
          <a:blip r:embed="rId3">
            <a:alphaModFix/>
          </a:blip>
          <a:stretch>
            <a:fillRect/>
          </a:stretch>
        </p:blipFill>
        <p:spPr>
          <a:xfrm>
            <a:off x="152400" y="2006250"/>
            <a:ext cx="8839200" cy="2385488"/>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9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Create/Update/Delete Relasi Many to Many</a:t>
            </a:r>
            <a:endParaRPr/>
          </a:p>
        </p:txBody>
      </p:sp>
      <p:sp>
        <p:nvSpPr>
          <p:cNvPr id="1151" name="Google Shape;1151;p19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Salah satu tantangan relasi Many to Many adalah, bagaimana cara melakukan Create/Update/Delete relasi Many to Many?</a:t>
            </a:r>
            <a:endParaRPr/>
          </a:p>
          <a:p>
            <a:pPr indent="-311150" lvl="0" marL="457200" rtl="0" algn="l">
              <a:spcBef>
                <a:spcPts val="0"/>
              </a:spcBef>
              <a:spcAft>
                <a:spcPts val="0"/>
              </a:spcAft>
              <a:buSzPts val="1300"/>
              <a:buChar char="●"/>
            </a:pPr>
            <a:r>
              <a:rPr lang="id"/>
              <a:t>Hal ini karena tabel penghubung tidak memiliki representasi Model di GORM</a:t>
            </a:r>
            <a:endParaRPr/>
          </a:p>
          <a:p>
            <a:pPr indent="-311150" lvl="0" marL="457200" rtl="0" algn="l">
              <a:spcBef>
                <a:spcPts val="0"/>
              </a:spcBef>
              <a:spcAft>
                <a:spcPts val="0"/>
              </a:spcAft>
              <a:buSzPts val="1300"/>
              <a:buChar char="●"/>
            </a:pPr>
            <a:r>
              <a:rPr lang="id"/>
              <a:t>Untungnya, GORM bisa digunakan untuk memanipulasi data, tanpa harus menggunakan Model</a:t>
            </a:r>
            <a:endParaRPr/>
          </a:p>
          <a:p>
            <a:pPr indent="-311150" lvl="0" marL="457200" rtl="0" algn="l">
              <a:spcBef>
                <a:spcPts val="0"/>
              </a:spcBef>
              <a:spcAft>
                <a:spcPts val="0"/>
              </a:spcAft>
              <a:buSzPts val="1300"/>
              <a:buChar char="●"/>
            </a:pPr>
            <a:r>
              <a:rPr lang="id"/>
              <a:t>Kita bisa gunakan method Table() pada form.DB untuk menyebut tabel mana yang mau kita pilih</a:t>
            </a:r>
            <a:endParaRPr/>
          </a:p>
          <a:p>
            <a:pPr indent="-311150" lvl="0" marL="457200" rtl="0" algn="l">
              <a:spcBef>
                <a:spcPts val="0"/>
              </a:spcBef>
              <a:spcAft>
                <a:spcPts val="0"/>
              </a:spcAft>
              <a:buSzPts val="1300"/>
              <a:buChar char="●"/>
            </a:pPr>
            <a:r>
              <a:rPr lang="id"/>
              <a:t>Walaupun cara ini bisa dilakukan, tapi sebenarnya cara yang lebih baik itu menggunakan fitur bernama Association Mode, yang akan kita bahas di materi selanjutnya</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9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Create Many to Many</a:t>
            </a:r>
            <a:endParaRPr/>
          </a:p>
        </p:txBody>
      </p:sp>
      <p:pic>
        <p:nvPicPr>
          <p:cNvPr id="1157" name="Google Shape;1157;p194"/>
          <p:cNvPicPr preferRelativeResize="0"/>
          <p:nvPr/>
        </p:nvPicPr>
        <p:blipFill>
          <a:blip r:embed="rId3">
            <a:alphaModFix/>
          </a:blip>
          <a:stretch>
            <a:fillRect/>
          </a:stretch>
        </p:blipFill>
        <p:spPr>
          <a:xfrm>
            <a:off x="152400" y="2006250"/>
            <a:ext cx="6804783" cy="2984851"/>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19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Preload</a:t>
            </a:r>
            <a:endParaRPr/>
          </a:p>
        </p:txBody>
      </p:sp>
      <p:pic>
        <p:nvPicPr>
          <p:cNvPr id="1163" name="Google Shape;1163;p195"/>
          <p:cNvPicPr preferRelativeResize="0"/>
          <p:nvPr/>
        </p:nvPicPr>
        <p:blipFill>
          <a:blip r:embed="rId3">
            <a:alphaModFix/>
          </a:blip>
          <a:stretch>
            <a:fillRect/>
          </a:stretch>
        </p:blipFill>
        <p:spPr>
          <a:xfrm>
            <a:off x="152400" y="2006250"/>
            <a:ext cx="8839200" cy="1831628"/>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9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Association Mode</a:t>
            </a:r>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19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Association Mode</a:t>
            </a:r>
            <a:endParaRPr/>
          </a:p>
        </p:txBody>
      </p:sp>
      <p:sp>
        <p:nvSpPr>
          <p:cNvPr id="1174" name="Google Shape;1174;p19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memiliki fitur bernama Association Mode, yang digunakan untuk memanipulasi data relasi menggunakan object gorm.Association</a:t>
            </a:r>
            <a:endParaRPr/>
          </a:p>
          <a:p>
            <a:pPr indent="-311150" lvl="0" marL="457200" rtl="0" algn="l">
              <a:spcBef>
                <a:spcPts val="0"/>
              </a:spcBef>
              <a:spcAft>
                <a:spcPts val="0"/>
              </a:spcAft>
              <a:buSzPts val="1300"/>
              <a:buChar char="●"/>
            </a:pPr>
            <a:r>
              <a:rPr lang="id"/>
              <a:t>Fitur ini sangat berguna, misal ketika kita ingin menambah relasi ke Model, terutama untuk relasi Many To Many yang tidak memiliki Model untuk tabel penghubungnya</a:t>
            </a:r>
            <a:endParaRPr/>
          </a:p>
          <a:p>
            <a:pPr indent="-311150" lvl="0" marL="457200" rtl="0" algn="l">
              <a:spcBef>
                <a:spcPts val="0"/>
              </a:spcBef>
              <a:spcAft>
                <a:spcPts val="0"/>
              </a:spcAft>
              <a:buSzPts val="1300"/>
              <a:buChar char="●"/>
            </a:pPr>
            <a:r>
              <a:rPr lang="id"/>
              <a:t>Untuk membuat object Association, kita cukup menggunakan method Association(relasi)</a:t>
            </a:r>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19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Mencari Relasi</a:t>
            </a:r>
            <a:endParaRPr/>
          </a:p>
        </p:txBody>
      </p:sp>
      <p:pic>
        <p:nvPicPr>
          <p:cNvPr id="1180" name="Google Shape;1180;p198"/>
          <p:cNvPicPr preferRelativeResize="0"/>
          <p:nvPr/>
        </p:nvPicPr>
        <p:blipFill>
          <a:blip r:embed="rId3">
            <a:alphaModFix/>
          </a:blip>
          <a:stretch>
            <a:fillRect/>
          </a:stretch>
        </p:blipFill>
        <p:spPr>
          <a:xfrm>
            <a:off x="152400" y="2006250"/>
            <a:ext cx="8839199" cy="2587902"/>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19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Add Relation</a:t>
            </a:r>
            <a:endParaRPr/>
          </a:p>
        </p:txBody>
      </p:sp>
      <p:pic>
        <p:nvPicPr>
          <p:cNvPr id="1186" name="Google Shape;1186;p199"/>
          <p:cNvPicPr preferRelativeResize="0"/>
          <p:nvPr/>
        </p:nvPicPr>
        <p:blipFill>
          <a:blip r:embed="rId3">
            <a:alphaModFix/>
          </a:blip>
          <a:stretch>
            <a:fillRect/>
          </a:stretch>
        </p:blipFill>
        <p:spPr>
          <a:xfrm>
            <a:off x="152400" y="2006250"/>
            <a:ext cx="8296872" cy="298485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20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Replace Relation</a:t>
            </a:r>
            <a:endParaRPr/>
          </a:p>
        </p:txBody>
      </p:sp>
      <p:pic>
        <p:nvPicPr>
          <p:cNvPr id="1192" name="Google Shape;1192;p200"/>
          <p:cNvPicPr preferRelativeResize="0"/>
          <p:nvPr/>
        </p:nvPicPr>
        <p:blipFill>
          <a:blip r:embed="rId3">
            <a:alphaModFix/>
          </a:blip>
          <a:stretch>
            <a:fillRect/>
          </a:stretch>
        </p:blipFill>
        <p:spPr>
          <a:xfrm>
            <a:off x="152400" y="2006250"/>
            <a:ext cx="7435234" cy="298485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20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Kenapa Error?</a:t>
            </a:r>
            <a:endParaRPr/>
          </a:p>
        </p:txBody>
      </p:sp>
      <p:sp>
        <p:nvSpPr>
          <p:cNvPr id="1198" name="Google Shape;1198;p20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Hal ini karena di Tabel wallets, kita menambah aturan constraint NOT NULL</a:t>
            </a:r>
            <a:endParaRPr/>
          </a:p>
          <a:p>
            <a:pPr indent="-311150" lvl="0" marL="457200" rtl="0" algn="l">
              <a:spcBef>
                <a:spcPts val="0"/>
              </a:spcBef>
              <a:spcAft>
                <a:spcPts val="0"/>
              </a:spcAft>
              <a:buSzPts val="1300"/>
              <a:buChar char="●"/>
            </a:pPr>
            <a:r>
              <a:rPr lang="id"/>
              <a:t>Jadi ketika GORM membuat wallet dengan id 01, dan dia coba menghapus user_id di wallet sebelumnya yaitu wallet 1, maka terjadi error</a:t>
            </a:r>
            <a:endParaRPr/>
          </a:p>
          <a:p>
            <a:pPr indent="-311150" lvl="0" marL="457200" rtl="0" algn="l">
              <a:spcBef>
                <a:spcPts val="0"/>
              </a:spcBef>
              <a:spcAft>
                <a:spcPts val="0"/>
              </a:spcAft>
              <a:buSzPts val="1300"/>
              <a:buChar char="●"/>
            </a:pPr>
            <a:r>
              <a:rPr lang="id"/>
              <a:t>Namun dari sini kita bisa tahu bahwa GORM akan menghapus relasi ke data sebelumnya ketika kita melakukan replace</a:t>
            </a:r>
            <a:endParaRPr/>
          </a:p>
          <a:p>
            <a:pPr indent="-311150" lvl="0" marL="457200" rtl="0" algn="l">
              <a:spcBef>
                <a:spcPts val="0"/>
              </a:spcBef>
              <a:spcAft>
                <a:spcPts val="0"/>
              </a:spcAft>
              <a:buSzPts val="1300"/>
              <a:buChar char="●"/>
            </a:pPr>
            <a:r>
              <a:rPr lang="id"/>
              <a:t>Replace() ini hanya cocok untuk relasi One to One atau Belongs To, dan ketika kita coba menggunakan Append() di relasi tersebut, secara otomatis GORM akan mengubah menjadi operasi Replace(), bukan Append() lagi</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20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Delete Relation</a:t>
            </a:r>
            <a:endParaRPr/>
          </a:p>
        </p:txBody>
      </p:sp>
      <p:pic>
        <p:nvPicPr>
          <p:cNvPr id="1204" name="Google Shape;1204;p202"/>
          <p:cNvPicPr preferRelativeResize="0"/>
          <p:nvPr/>
        </p:nvPicPr>
        <p:blipFill>
          <a:blip r:embed="rId3">
            <a:alphaModFix/>
          </a:blip>
          <a:stretch>
            <a:fillRect/>
          </a:stretch>
        </p:blipFill>
        <p:spPr>
          <a:xfrm>
            <a:off x="152400" y="2006250"/>
            <a:ext cx="8531696" cy="2984850"/>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20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Clear Relation</a:t>
            </a:r>
            <a:endParaRPr/>
          </a:p>
        </p:txBody>
      </p:sp>
      <p:pic>
        <p:nvPicPr>
          <p:cNvPr id="1210" name="Google Shape;1210;p203"/>
          <p:cNvPicPr preferRelativeResize="0"/>
          <p:nvPr/>
        </p:nvPicPr>
        <p:blipFill>
          <a:blip r:embed="rId3">
            <a:alphaModFix/>
          </a:blip>
          <a:stretch>
            <a:fillRect/>
          </a:stretch>
        </p:blipFill>
        <p:spPr>
          <a:xfrm>
            <a:off x="152400" y="2006250"/>
            <a:ext cx="8839200" cy="2420694"/>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20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Preloading</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20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Preloading</a:t>
            </a:r>
            <a:endParaRPr/>
          </a:p>
        </p:txBody>
      </p:sp>
      <p:sp>
        <p:nvSpPr>
          <p:cNvPr id="1221" name="Google Shape;1221;p20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tahu bahwa untuk melakukan loading relasi, kita bisa menggunakan Preloading()</a:t>
            </a:r>
            <a:endParaRPr/>
          </a:p>
          <a:p>
            <a:pPr indent="-311150" lvl="0" marL="457200" rtl="0" algn="l">
              <a:spcBef>
                <a:spcPts val="0"/>
              </a:spcBef>
              <a:spcAft>
                <a:spcPts val="0"/>
              </a:spcAft>
              <a:buSzPts val="1300"/>
              <a:buChar char="●"/>
            </a:pPr>
            <a:r>
              <a:rPr lang="id"/>
              <a:t>Bagaimana jika kita ingin menambahkan kondisi ketika melakukan Preloading?</a:t>
            </a:r>
            <a:endParaRPr/>
          </a:p>
          <a:p>
            <a:pPr indent="-311150" lvl="0" marL="457200" rtl="0" algn="l">
              <a:spcBef>
                <a:spcPts val="0"/>
              </a:spcBef>
              <a:spcAft>
                <a:spcPts val="0"/>
              </a:spcAft>
              <a:buSzPts val="1300"/>
              <a:buChar char="●"/>
            </a:pPr>
            <a:r>
              <a:rPr lang="id"/>
              <a:t>Kita bisa tambahkan Inline Condition ketika melakukan Preloading </a:t>
            </a:r>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20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Preloading with Condition</a:t>
            </a:r>
            <a:endParaRPr/>
          </a:p>
        </p:txBody>
      </p:sp>
      <p:pic>
        <p:nvPicPr>
          <p:cNvPr id="1227" name="Google Shape;1227;p206"/>
          <p:cNvPicPr preferRelativeResize="0"/>
          <p:nvPr/>
        </p:nvPicPr>
        <p:blipFill>
          <a:blip r:embed="rId3">
            <a:alphaModFix/>
          </a:blip>
          <a:stretch>
            <a:fillRect/>
          </a:stretch>
        </p:blipFill>
        <p:spPr>
          <a:xfrm>
            <a:off x="152400" y="2006250"/>
            <a:ext cx="8620125" cy="1628775"/>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20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Nested Preloading</a:t>
            </a:r>
            <a:endParaRPr/>
          </a:p>
        </p:txBody>
      </p:sp>
      <p:sp>
        <p:nvSpPr>
          <p:cNvPr id="1233" name="Google Shape;1233;p20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Preloading juga bisa dilakukan untuk relasi yang Nested</a:t>
            </a:r>
            <a:endParaRPr/>
          </a:p>
          <a:p>
            <a:pPr indent="-311150" lvl="0" marL="457200" rtl="0" algn="l">
              <a:spcBef>
                <a:spcPts val="0"/>
              </a:spcBef>
              <a:spcAft>
                <a:spcPts val="0"/>
              </a:spcAft>
              <a:buSzPts val="1300"/>
              <a:buChar char="●"/>
            </a:pPr>
            <a:r>
              <a:rPr lang="id"/>
              <a:t>Misal kita akan melakukan query untuk model Wallet, kita ingin melakukan Preload ke User dan juga ke Address nya</a:t>
            </a:r>
            <a:endParaRPr/>
          </a:p>
          <a:p>
            <a:pPr indent="-311150" lvl="0" marL="457200" rtl="0" algn="l">
              <a:spcBef>
                <a:spcPts val="0"/>
              </a:spcBef>
              <a:spcAft>
                <a:spcPts val="0"/>
              </a:spcAft>
              <a:buSzPts val="1300"/>
              <a:buChar char="●"/>
            </a:pPr>
            <a:r>
              <a:rPr lang="id"/>
              <a:t>Kita bisa gunakan Preloading dengan menggunakan . (titik), misal “User.Addresses”</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20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Nested Preloading</a:t>
            </a:r>
            <a:endParaRPr/>
          </a:p>
        </p:txBody>
      </p:sp>
      <p:pic>
        <p:nvPicPr>
          <p:cNvPr id="1239" name="Google Shape;1239;p208"/>
          <p:cNvPicPr preferRelativeResize="0"/>
          <p:nvPr/>
        </p:nvPicPr>
        <p:blipFill>
          <a:blip r:embed="rId3">
            <a:alphaModFix/>
          </a:blip>
          <a:stretch>
            <a:fillRect/>
          </a:stretch>
        </p:blipFill>
        <p:spPr>
          <a:xfrm>
            <a:off x="152400" y="2006250"/>
            <a:ext cx="7286625" cy="1562100"/>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20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Preload All</a:t>
            </a:r>
            <a:endParaRPr/>
          </a:p>
        </p:txBody>
      </p:sp>
      <p:sp>
        <p:nvSpPr>
          <p:cNvPr id="1245" name="Google Shape;1245;p20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Jika kita ingin melakukan Preload semua relasi di Model, kita bisa menggunakan clauses.Associations ketika melakukan Preloading()</a:t>
            </a:r>
            <a:endParaRPr/>
          </a:p>
          <a:p>
            <a:pPr indent="-311150" lvl="0" marL="457200" rtl="0" algn="l">
              <a:spcBef>
                <a:spcPts val="0"/>
              </a:spcBef>
              <a:spcAft>
                <a:spcPts val="0"/>
              </a:spcAft>
              <a:buSzPts val="1300"/>
              <a:buChar char="●"/>
            </a:pPr>
            <a:r>
              <a:rPr lang="id"/>
              <a:t>Namun perlu diingat, bahwa Preload All tidak akan melakukan load Nested Relation</a:t>
            </a:r>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21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Preload All</a:t>
            </a:r>
            <a:endParaRPr/>
          </a:p>
        </p:txBody>
      </p:sp>
      <p:pic>
        <p:nvPicPr>
          <p:cNvPr id="1251" name="Google Shape;1251;p210"/>
          <p:cNvPicPr preferRelativeResize="0"/>
          <p:nvPr/>
        </p:nvPicPr>
        <p:blipFill>
          <a:blip r:embed="rId3">
            <a:alphaModFix/>
          </a:blip>
          <a:stretch>
            <a:fillRect/>
          </a:stretch>
        </p:blipFill>
        <p:spPr>
          <a:xfrm>
            <a:off x="152400" y="2006250"/>
            <a:ext cx="7962900" cy="1676400"/>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21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Joins</a:t>
            </a:r>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21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Join Query</a:t>
            </a:r>
            <a:endParaRPr/>
          </a:p>
        </p:txBody>
      </p:sp>
      <p:sp>
        <p:nvSpPr>
          <p:cNvPr id="1262" name="Google Shape;1262;p21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melakukan Joins() dengan menyebutkan nama field Relation nya</a:t>
            </a:r>
            <a:endParaRPr/>
          </a:p>
          <a:p>
            <a:pPr indent="-311150" lvl="0" marL="457200" rtl="0" algn="l">
              <a:spcBef>
                <a:spcPts val="0"/>
              </a:spcBef>
              <a:spcAft>
                <a:spcPts val="0"/>
              </a:spcAft>
              <a:buSzPts val="1300"/>
              <a:buChar char="●"/>
            </a:pPr>
            <a:r>
              <a:rPr lang="id"/>
              <a:t>Selain menggunakan nama Relation, kita juga menggunakan Query manual ketika melakukan Joins</a:t>
            </a:r>
            <a:endParaRPr/>
          </a:p>
          <a:p>
            <a:pPr indent="-311150" lvl="0" marL="457200" rtl="0" algn="l">
              <a:spcBef>
                <a:spcPts val="0"/>
              </a:spcBef>
              <a:spcAft>
                <a:spcPts val="0"/>
              </a:spcAft>
              <a:buSzPts val="1300"/>
              <a:buChar char="●"/>
            </a:pPr>
            <a:r>
              <a:rPr lang="id"/>
              <a:t>Bedanya adalah, kolom Relation nya tidak akan di Query</a:t>
            </a:r>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21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Join Query</a:t>
            </a:r>
            <a:endParaRPr/>
          </a:p>
        </p:txBody>
      </p:sp>
      <p:pic>
        <p:nvPicPr>
          <p:cNvPr id="1268" name="Google Shape;1268;p213"/>
          <p:cNvPicPr preferRelativeResize="0"/>
          <p:nvPr/>
        </p:nvPicPr>
        <p:blipFill>
          <a:blip r:embed="rId3">
            <a:alphaModFix/>
          </a:blip>
          <a:stretch>
            <a:fillRect/>
          </a:stretch>
        </p:blipFill>
        <p:spPr>
          <a:xfrm>
            <a:off x="152400" y="2006250"/>
            <a:ext cx="8549200" cy="298485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2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Join Condition</a:t>
            </a:r>
            <a:endParaRPr/>
          </a:p>
        </p:txBody>
      </p:sp>
      <p:sp>
        <p:nvSpPr>
          <p:cNvPr id="1274" name="Google Shape;1274;p2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menggunakan Joins, ketika kita ingin menambahkan kondisi di Join Table nya, jangan lupa untuk menyebutkan nama tabel nya</a:t>
            </a:r>
            <a:endParaRPr/>
          </a:p>
          <a:p>
            <a:pPr indent="-311150" lvl="0" marL="457200" rtl="0" algn="l">
              <a:spcBef>
                <a:spcPts val="0"/>
              </a:spcBef>
              <a:spcAft>
                <a:spcPts val="0"/>
              </a:spcAft>
              <a:buSzPts val="1300"/>
              <a:buChar char="●"/>
            </a:pPr>
            <a:r>
              <a:rPr lang="id"/>
              <a:t>Namun saat menggunakan Joins() menggunakan nama relasi, secara otomatis Gorm akan membuat alias untuk nama relasi, jadi kita harus menggunakan nama relasi ketika menambahkan kondisi</a:t>
            </a:r>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2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Join Condition</a:t>
            </a:r>
            <a:endParaRPr/>
          </a:p>
        </p:txBody>
      </p:sp>
      <p:pic>
        <p:nvPicPr>
          <p:cNvPr id="1280" name="Google Shape;1280;p215"/>
          <p:cNvPicPr preferRelativeResize="0"/>
          <p:nvPr/>
        </p:nvPicPr>
        <p:blipFill>
          <a:blip r:embed="rId3">
            <a:alphaModFix/>
          </a:blip>
          <a:stretch>
            <a:fillRect/>
          </a:stretch>
        </p:blipFill>
        <p:spPr>
          <a:xfrm>
            <a:off x="152400" y="2006250"/>
            <a:ext cx="8839201" cy="2709158"/>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21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Query Aggregation</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2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Query Aggregation</a:t>
            </a:r>
            <a:endParaRPr/>
          </a:p>
        </p:txBody>
      </p:sp>
      <p:sp>
        <p:nvSpPr>
          <p:cNvPr id="1291" name="Google Shape;1291;p2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Ada banyak Query Aggregation yang biasanya tersedia di Database</a:t>
            </a:r>
            <a:endParaRPr/>
          </a:p>
          <a:p>
            <a:pPr indent="-311150" lvl="0" marL="457200" rtl="0" algn="l">
              <a:spcBef>
                <a:spcPts val="0"/>
              </a:spcBef>
              <a:spcAft>
                <a:spcPts val="0"/>
              </a:spcAft>
              <a:buSzPts val="1300"/>
              <a:buChar char="●"/>
            </a:pPr>
            <a:r>
              <a:rPr lang="id"/>
              <a:t>Di GORM, hanya menyediakan method Aggregation untuk Count() saja</a:t>
            </a:r>
            <a:endParaRPr/>
          </a:p>
          <a:p>
            <a:pPr indent="-311150" lvl="0" marL="457200" rtl="0" algn="l">
              <a:spcBef>
                <a:spcPts val="0"/>
              </a:spcBef>
              <a:spcAft>
                <a:spcPts val="0"/>
              </a:spcAft>
              <a:buSzPts val="1300"/>
              <a:buChar char="●"/>
            </a:pPr>
            <a:r>
              <a:rPr lang="id"/>
              <a:t>Jika kita ingin melakukan Aggregation misal menggunakan Avg, Sum, Max, dan lain-lain</a:t>
            </a:r>
            <a:endParaRPr/>
          </a:p>
          <a:p>
            <a:pPr indent="-311150" lvl="0" marL="457200" rtl="0" algn="l">
              <a:spcBef>
                <a:spcPts val="0"/>
              </a:spcBef>
              <a:spcAft>
                <a:spcPts val="0"/>
              </a:spcAft>
              <a:buSzPts val="1300"/>
              <a:buChar char="●"/>
            </a:pPr>
            <a:r>
              <a:rPr lang="id"/>
              <a:t>Maka kita harus melakukan secara manual menggunakan Select()</a:t>
            </a:r>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2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Count Aggregation</a:t>
            </a:r>
            <a:endParaRPr/>
          </a:p>
        </p:txBody>
      </p:sp>
      <p:pic>
        <p:nvPicPr>
          <p:cNvPr id="1297" name="Google Shape;1297;p218"/>
          <p:cNvPicPr preferRelativeResize="0"/>
          <p:nvPr/>
        </p:nvPicPr>
        <p:blipFill>
          <a:blip r:embed="rId3">
            <a:alphaModFix/>
          </a:blip>
          <a:stretch>
            <a:fillRect/>
          </a:stretch>
        </p:blipFill>
        <p:spPr>
          <a:xfrm>
            <a:off x="152400" y="2006250"/>
            <a:ext cx="8839200" cy="1961361"/>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2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Other Aggregation</a:t>
            </a:r>
            <a:endParaRPr/>
          </a:p>
        </p:txBody>
      </p:sp>
      <p:pic>
        <p:nvPicPr>
          <p:cNvPr id="1303" name="Google Shape;1303;p219"/>
          <p:cNvPicPr preferRelativeResize="0"/>
          <p:nvPr/>
        </p:nvPicPr>
        <p:blipFill>
          <a:blip r:embed="rId3">
            <a:alphaModFix/>
          </a:blip>
          <a:stretch>
            <a:fillRect/>
          </a:stretch>
        </p:blipFill>
        <p:spPr>
          <a:xfrm>
            <a:off x="152400" y="2006250"/>
            <a:ext cx="7948643" cy="298485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2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Group By &amp; Having</a:t>
            </a:r>
            <a:endParaRPr/>
          </a:p>
        </p:txBody>
      </p:sp>
      <p:sp>
        <p:nvSpPr>
          <p:cNvPr id="1309" name="Google Shape;1309;p2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juga menyediakan method untuk melakukan Group By menggunakan method Group()</a:t>
            </a:r>
            <a:endParaRPr/>
          </a:p>
          <a:p>
            <a:pPr indent="-311150" lvl="0" marL="457200" rtl="0" algn="l">
              <a:spcBef>
                <a:spcPts val="0"/>
              </a:spcBef>
              <a:spcAft>
                <a:spcPts val="0"/>
              </a:spcAft>
              <a:buSzPts val="1300"/>
              <a:buChar char="●"/>
            </a:pPr>
            <a:r>
              <a:rPr lang="id"/>
              <a:t>Dan untuk melakukan Having menggunakan method Having()</a:t>
            </a:r>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2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Group By &amp; Having</a:t>
            </a:r>
            <a:endParaRPr/>
          </a:p>
        </p:txBody>
      </p:sp>
      <p:pic>
        <p:nvPicPr>
          <p:cNvPr id="1315" name="Google Shape;1315;p221"/>
          <p:cNvPicPr preferRelativeResize="0"/>
          <p:nvPr/>
        </p:nvPicPr>
        <p:blipFill>
          <a:blip r:embed="rId3">
            <a:alphaModFix/>
          </a:blip>
          <a:stretch>
            <a:fillRect/>
          </a:stretch>
        </p:blipFill>
        <p:spPr>
          <a:xfrm>
            <a:off x="152400" y="2006250"/>
            <a:ext cx="8839201" cy="2462663"/>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22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Context</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2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Context</a:t>
            </a:r>
            <a:endParaRPr/>
          </a:p>
        </p:txBody>
      </p:sp>
      <p:sp>
        <p:nvSpPr>
          <p:cNvPr id="1326" name="Google Shape;1326;p2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Golang, biasanya kita akan menggunakan context.Context</a:t>
            </a:r>
            <a:endParaRPr/>
          </a:p>
          <a:p>
            <a:pPr indent="-311150" lvl="0" marL="457200" rtl="0" algn="l">
              <a:spcBef>
                <a:spcPts val="0"/>
              </a:spcBef>
              <a:spcAft>
                <a:spcPts val="0"/>
              </a:spcAft>
              <a:buSzPts val="1300"/>
              <a:buChar char="●"/>
            </a:pPr>
            <a:r>
              <a:rPr lang="id"/>
              <a:t>Bagaimana dengan GORM? Dari awal kita belum pernah menggunakan Context</a:t>
            </a:r>
            <a:endParaRPr/>
          </a:p>
          <a:p>
            <a:pPr indent="-311150" lvl="0" marL="457200" rtl="0" algn="l">
              <a:spcBef>
                <a:spcPts val="0"/>
              </a:spcBef>
              <a:spcAft>
                <a:spcPts val="0"/>
              </a:spcAft>
              <a:buSzPts val="1300"/>
              <a:buChar char="●"/>
            </a:pPr>
            <a:r>
              <a:rPr lang="id"/>
              <a:t>GORM juga mendukung penggunaan Context, kita bisa menggunakan method WithContext() ketika mau melakukan operasi menggunakan GORM</a:t>
            </a:r>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2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Context</a:t>
            </a:r>
            <a:endParaRPr/>
          </a:p>
        </p:txBody>
      </p:sp>
      <p:pic>
        <p:nvPicPr>
          <p:cNvPr id="1332" name="Google Shape;1332;p224"/>
          <p:cNvPicPr preferRelativeResize="0"/>
          <p:nvPr/>
        </p:nvPicPr>
        <p:blipFill>
          <a:blip r:embed="rId3">
            <a:alphaModFix/>
          </a:blip>
          <a:stretch>
            <a:fillRect/>
          </a:stretch>
        </p:blipFill>
        <p:spPr>
          <a:xfrm>
            <a:off x="152400" y="2006250"/>
            <a:ext cx="7886700" cy="247650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22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Scopes</a:t>
            </a:r>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2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Scopes</a:t>
            </a:r>
            <a:endParaRPr/>
          </a:p>
        </p:txBody>
      </p:sp>
      <p:sp>
        <p:nvSpPr>
          <p:cNvPr id="1343" name="Google Shape;1343;p2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pernah menggunakan method Scopes()</a:t>
            </a:r>
            <a:endParaRPr/>
          </a:p>
          <a:p>
            <a:pPr indent="-311150" lvl="0" marL="457200" rtl="0" algn="l">
              <a:spcBef>
                <a:spcPts val="0"/>
              </a:spcBef>
              <a:spcAft>
                <a:spcPts val="0"/>
              </a:spcAft>
              <a:buSzPts val="1300"/>
              <a:buChar char="●"/>
            </a:pPr>
            <a:r>
              <a:rPr lang="id"/>
              <a:t>Method Scopes() juga bisa digunakan untuk menambahkan custom logic yang mungkin sering kita gunakan</a:t>
            </a:r>
            <a:endParaRPr/>
          </a:p>
          <a:p>
            <a:pPr indent="-311150" lvl="0" marL="457200" rtl="0" algn="l">
              <a:spcBef>
                <a:spcPts val="0"/>
              </a:spcBef>
              <a:spcAft>
                <a:spcPts val="0"/>
              </a:spcAft>
              <a:buSzPts val="1300"/>
              <a:buChar char="●"/>
            </a:pPr>
            <a:r>
              <a:rPr lang="id"/>
              <a:t>Kita cukup menambahkan function(*gorm.DB) *gorm.DB</a:t>
            </a:r>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2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Sample Function</a:t>
            </a:r>
            <a:endParaRPr/>
          </a:p>
        </p:txBody>
      </p:sp>
      <p:pic>
        <p:nvPicPr>
          <p:cNvPr id="1349" name="Google Shape;1349;p227"/>
          <p:cNvPicPr preferRelativeResize="0"/>
          <p:nvPr/>
        </p:nvPicPr>
        <p:blipFill>
          <a:blip r:embed="rId3">
            <a:alphaModFix/>
          </a:blip>
          <a:stretch>
            <a:fillRect/>
          </a:stretch>
        </p:blipFill>
        <p:spPr>
          <a:xfrm>
            <a:off x="152400" y="2006250"/>
            <a:ext cx="8115300" cy="20193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2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Scopes</a:t>
            </a:r>
            <a:endParaRPr/>
          </a:p>
        </p:txBody>
      </p:sp>
      <p:pic>
        <p:nvPicPr>
          <p:cNvPr id="1355" name="Google Shape;1355;p228"/>
          <p:cNvPicPr preferRelativeResize="0"/>
          <p:nvPr/>
        </p:nvPicPr>
        <p:blipFill>
          <a:blip r:embed="rId3">
            <a:alphaModFix/>
          </a:blip>
          <a:stretch>
            <a:fillRect/>
          </a:stretch>
        </p:blipFill>
        <p:spPr>
          <a:xfrm>
            <a:off x="152400" y="2006250"/>
            <a:ext cx="8486775" cy="2781300"/>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22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Connection Pool</a:t>
            </a:r>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2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Connection Pool</a:t>
            </a:r>
            <a:endParaRPr/>
          </a:p>
        </p:txBody>
      </p:sp>
      <p:sp>
        <p:nvSpPr>
          <p:cNvPr id="1366" name="Google Shape;1366;p23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belajar di kelas Golang Database, kita belajar tentang Pool, dimana Golang mengatur maintain koneksi yang terbuka dan tertutup secara otomatis</a:t>
            </a:r>
            <a:endParaRPr/>
          </a:p>
          <a:p>
            <a:pPr indent="-311150" lvl="0" marL="457200" rtl="0" algn="l">
              <a:spcBef>
                <a:spcPts val="0"/>
              </a:spcBef>
              <a:spcAft>
                <a:spcPts val="0"/>
              </a:spcAft>
              <a:buSzPts val="1300"/>
              <a:buChar char="●"/>
            </a:pPr>
            <a:r>
              <a:rPr lang="id"/>
              <a:t>Kita hanya cukup menggunakan saja, tanpa harus pusing mengaturnya</a:t>
            </a:r>
            <a:endParaRPr/>
          </a:p>
          <a:p>
            <a:pPr indent="-311150" lvl="0" marL="457200" rtl="0" algn="l">
              <a:spcBef>
                <a:spcPts val="0"/>
              </a:spcBef>
              <a:spcAft>
                <a:spcPts val="0"/>
              </a:spcAft>
              <a:buSzPts val="1300"/>
              <a:buChar char="●"/>
            </a:pPr>
            <a:r>
              <a:rPr lang="id"/>
              <a:t>Bagaimana dengan GORM?</a:t>
            </a:r>
            <a:endParaRPr/>
          </a:p>
          <a:p>
            <a:pPr indent="-311150" lvl="0" marL="457200" rtl="0" algn="l">
              <a:spcBef>
                <a:spcPts val="0"/>
              </a:spcBef>
              <a:spcAft>
                <a:spcPts val="0"/>
              </a:spcAft>
              <a:buSzPts val="1300"/>
              <a:buChar char="●"/>
            </a:pPr>
            <a:r>
              <a:rPr lang="id"/>
              <a:t>GORM sendiri sebenarnya didalamnya tetap menggunakan sql.DB</a:t>
            </a:r>
            <a:endParaRPr/>
          </a:p>
          <a:p>
            <a:pPr indent="-311150" lvl="0" marL="457200" rtl="0" algn="l">
              <a:spcBef>
                <a:spcPts val="0"/>
              </a:spcBef>
              <a:spcAft>
                <a:spcPts val="0"/>
              </a:spcAft>
              <a:buSzPts val="1300"/>
              <a:buChar char="●"/>
            </a:pPr>
            <a:r>
              <a:rPr lang="id"/>
              <a:t>Jadi jika kita ingin mengubah pengaturan Pool nya, kita bisa menggunakan sql.DB </a:t>
            </a:r>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2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Connection Pool</a:t>
            </a:r>
            <a:endParaRPr/>
          </a:p>
        </p:txBody>
      </p:sp>
      <p:pic>
        <p:nvPicPr>
          <p:cNvPr id="1372" name="Google Shape;1372;p231"/>
          <p:cNvPicPr preferRelativeResize="0"/>
          <p:nvPr/>
        </p:nvPicPr>
        <p:blipFill>
          <a:blip r:embed="rId3">
            <a:alphaModFix/>
          </a:blip>
          <a:stretch>
            <a:fillRect/>
          </a:stretch>
        </p:blipFill>
        <p:spPr>
          <a:xfrm>
            <a:off x="152400" y="2006250"/>
            <a:ext cx="8839201" cy="2454815"/>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23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Migrator</a:t>
            </a:r>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2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Migrator</a:t>
            </a:r>
            <a:endParaRPr/>
          </a:p>
        </p:txBody>
      </p:sp>
      <p:sp>
        <p:nvSpPr>
          <p:cNvPr id="1383" name="Google Shape;1383;p2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pernah belajar tentang database migration di kelas Golang Database Migration</a:t>
            </a:r>
            <a:endParaRPr/>
          </a:p>
          <a:p>
            <a:pPr indent="-311150" lvl="0" marL="457200" rtl="0" algn="l">
              <a:spcBef>
                <a:spcPts val="0"/>
              </a:spcBef>
              <a:spcAft>
                <a:spcPts val="0"/>
              </a:spcAft>
              <a:buSzPts val="1300"/>
              <a:buChar char="●"/>
            </a:pPr>
            <a:r>
              <a:rPr lang="id"/>
              <a:t>Sebenarnya GORM sendiri memiliki fitur untuk melakukan Migration secara otomatis.</a:t>
            </a:r>
            <a:endParaRPr/>
          </a:p>
          <a:p>
            <a:pPr indent="-311150" lvl="0" marL="457200" rtl="0" algn="l">
              <a:spcBef>
                <a:spcPts val="0"/>
              </a:spcBef>
              <a:spcAft>
                <a:spcPts val="0"/>
              </a:spcAft>
              <a:buSzPts val="1300"/>
              <a:buChar char="●"/>
            </a:pPr>
            <a:r>
              <a:rPr lang="id"/>
              <a:t>Namun lebih direkomendasikan menggunakan database migration yang mendukung version agar tidak terjadi kesalahan ketika melakukan perubahan schema database</a:t>
            </a:r>
            <a:endParaRPr/>
          </a:p>
          <a:p>
            <a:pPr indent="-311150" lvl="0" marL="457200" rtl="0" algn="l">
              <a:spcBef>
                <a:spcPts val="0"/>
              </a:spcBef>
              <a:spcAft>
                <a:spcPts val="0"/>
              </a:spcAft>
              <a:buSzPts val="1300"/>
              <a:buChar char="●"/>
            </a:pPr>
            <a:r>
              <a:rPr lang="id"/>
              <a:t>Untuk mendapatkan object Migrator, kita bisa menggunakan method Migrator()</a:t>
            </a:r>
            <a:endParaRPr/>
          </a:p>
          <a:p>
            <a:pPr indent="-311150" lvl="0" marL="457200" rtl="0" algn="l">
              <a:spcBef>
                <a:spcPts val="0"/>
              </a:spcBef>
              <a:spcAft>
                <a:spcPts val="0"/>
              </a:spcAft>
              <a:buSzPts val="1300"/>
              <a:buChar char="●"/>
            </a:pPr>
            <a:r>
              <a:rPr lang="id" u="sng">
                <a:solidFill>
                  <a:schemeClr val="hlink"/>
                </a:solidFill>
                <a:hlinkClick r:id="rId3"/>
              </a:rPr>
              <a:t>https://pkg.go.dev/gorm.io/gorm#Migrator</a:t>
            </a:r>
            <a:r>
              <a:rPr lang="id"/>
              <a:t> </a:t>
            </a:r>
            <a:endParaRPr/>
          </a:p>
          <a:p>
            <a:pPr indent="-311150" lvl="0" marL="457200" rtl="0" algn="l">
              <a:spcBef>
                <a:spcPts val="0"/>
              </a:spcBef>
              <a:spcAft>
                <a:spcPts val="0"/>
              </a:spcAft>
              <a:buSzPts val="1300"/>
              <a:buChar char="●"/>
            </a:pPr>
            <a:r>
              <a:rPr lang="id"/>
              <a:t>Kita tidak akan membahas terlalu panjang fitur Migrator ini, karena jarang sekali digunakan di aplikasi nyata, biasanya hanya digunakan untuk melakukan pengetesan di komputer programmer saja</a:t>
            </a:r>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2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GuestBook Model</a:t>
            </a:r>
            <a:endParaRPr/>
          </a:p>
        </p:txBody>
      </p:sp>
      <p:pic>
        <p:nvPicPr>
          <p:cNvPr id="1389" name="Google Shape;1389;p234"/>
          <p:cNvPicPr preferRelativeResize="0"/>
          <p:nvPr/>
        </p:nvPicPr>
        <p:blipFill>
          <a:blip r:embed="rId3">
            <a:alphaModFix/>
          </a:blip>
          <a:stretch>
            <a:fillRect/>
          </a:stretch>
        </p:blipFill>
        <p:spPr>
          <a:xfrm>
            <a:off x="152400" y="2006250"/>
            <a:ext cx="7573747" cy="2984850"/>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2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Migrator</a:t>
            </a:r>
            <a:endParaRPr/>
          </a:p>
        </p:txBody>
      </p:sp>
      <p:pic>
        <p:nvPicPr>
          <p:cNvPr id="1395" name="Google Shape;1395;p235"/>
          <p:cNvPicPr preferRelativeResize="0"/>
          <p:nvPr/>
        </p:nvPicPr>
        <p:blipFill>
          <a:blip r:embed="rId3">
            <a:alphaModFix/>
          </a:blip>
          <a:stretch>
            <a:fillRect/>
          </a:stretch>
        </p:blipFill>
        <p:spPr>
          <a:xfrm>
            <a:off x="152400" y="2006250"/>
            <a:ext cx="6334125" cy="1247775"/>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23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Hook</a:t>
            </a:r>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2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Hook</a:t>
            </a:r>
            <a:endParaRPr/>
          </a:p>
        </p:txBody>
      </p:sp>
      <p:sp>
        <p:nvSpPr>
          <p:cNvPr id="1406" name="Google Shape;1406;p23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memiliki fitur bernama Hook</a:t>
            </a:r>
            <a:endParaRPr/>
          </a:p>
          <a:p>
            <a:pPr indent="-311150" lvl="0" marL="457200" rtl="0" algn="l">
              <a:spcBef>
                <a:spcPts val="0"/>
              </a:spcBef>
              <a:spcAft>
                <a:spcPts val="0"/>
              </a:spcAft>
              <a:buSzPts val="1300"/>
              <a:buChar char="●"/>
            </a:pPr>
            <a:r>
              <a:rPr lang="id"/>
              <a:t>Hook adalah function di dalam Model yang akan dipanggil sebelum melakukan operasi create/query/update/delete</a:t>
            </a:r>
            <a:endParaRPr/>
          </a:p>
          <a:p>
            <a:pPr indent="-311150" lvl="0" marL="457200" rtl="0" algn="l">
              <a:spcBef>
                <a:spcPts val="0"/>
              </a:spcBef>
              <a:spcAft>
                <a:spcPts val="0"/>
              </a:spcAft>
              <a:buSzPts val="1300"/>
              <a:buChar char="●"/>
            </a:pPr>
            <a:r>
              <a:rPr lang="id"/>
              <a:t>Jika function Hook tersebut mengembalikan error, secara otomatis GORM akan menghentikan operasi nya </a:t>
            </a:r>
            <a:endParaRPr/>
          </a:p>
          <a:p>
            <a:pPr indent="-311150" lvl="0" marL="457200" rtl="0" algn="l">
              <a:spcBef>
                <a:spcPts val="0"/>
              </a:spcBef>
              <a:spcAft>
                <a:spcPts val="0"/>
              </a:spcAft>
              <a:buSzPts val="1300"/>
              <a:buChar char="●"/>
            </a:pPr>
            <a:r>
              <a:rPr lang="id"/>
              <a:t>Function Hook menggunakan struktur :</a:t>
            </a:r>
            <a:br>
              <a:rPr lang="id"/>
            </a:br>
            <a:r>
              <a:rPr lang="id"/>
              <a:t>func(*gorm.DB) error</a:t>
            </a:r>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p2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Hook untuk Create</a:t>
            </a:r>
            <a:endParaRPr/>
          </a:p>
        </p:txBody>
      </p:sp>
      <p:sp>
        <p:nvSpPr>
          <p:cNvPr id="1412" name="Google Shape;1412;p2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d"/>
              <a:t>// begin transaction</a:t>
            </a:r>
            <a:br>
              <a:rPr lang="id"/>
            </a:br>
            <a:r>
              <a:rPr lang="id"/>
              <a:t>BeforeSave()</a:t>
            </a:r>
            <a:br>
              <a:rPr lang="id"/>
            </a:br>
            <a:r>
              <a:rPr lang="id"/>
              <a:t>BeforeCreate()</a:t>
            </a:r>
            <a:br>
              <a:rPr lang="id"/>
            </a:br>
            <a:r>
              <a:rPr lang="id"/>
              <a:t>// save before associations</a:t>
            </a:r>
            <a:br>
              <a:rPr lang="id"/>
            </a:br>
            <a:r>
              <a:rPr lang="id"/>
              <a:t>// insert into database</a:t>
            </a:r>
            <a:br>
              <a:rPr lang="id"/>
            </a:br>
            <a:r>
              <a:rPr lang="id"/>
              <a:t>// save after associations</a:t>
            </a:r>
            <a:br>
              <a:rPr lang="id"/>
            </a:br>
            <a:r>
              <a:rPr lang="id"/>
              <a:t>AfterCreate()</a:t>
            </a:r>
            <a:br>
              <a:rPr lang="id"/>
            </a:br>
            <a:r>
              <a:rPr lang="id"/>
              <a:t>AfterSave()</a:t>
            </a:r>
            <a:br>
              <a:rPr lang="id"/>
            </a:br>
            <a:r>
              <a:rPr lang="id"/>
              <a:t>// commit or rollback transaction</a:t>
            </a:r>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2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Hook untuk Update</a:t>
            </a:r>
            <a:endParaRPr/>
          </a:p>
        </p:txBody>
      </p:sp>
      <p:sp>
        <p:nvSpPr>
          <p:cNvPr id="1418" name="Google Shape;1418;p23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d"/>
              <a:t>// begin transaction</a:t>
            </a:r>
            <a:br>
              <a:rPr lang="id"/>
            </a:br>
            <a:r>
              <a:rPr lang="id"/>
              <a:t>BeforeSave()</a:t>
            </a:r>
            <a:br>
              <a:rPr lang="id"/>
            </a:br>
            <a:r>
              <a:rPr lang="id"/>
              <a:t>BeforeUpdate()</a:t>
            </a:r>
            <a:br>
              <a:rPr lang="id"/>
            </a:br>
            <a:r>
              <a:rPr lang="id"/>
              <a:t>// save before associations</a:t>
            </a:r>
            <a:br>
              <a:rPr lang="id"/>
            </a:br>
            <a:r>
              <a:rPr lang="id"/>
              <a:t>// update database</a:t>
            </a:r>
            <a:br>
              <a:rPr lang="id"/>
            </a:br>
            <a:r>
              <a:rPr lang="id"/>
              <a:t>// save after associations</a:t>
            </a:r>
            <a:br>
              <a:rPr lang="id"/>
            </a:br>
            <a:r>
              <a:rPr lang="id"/>
              <a:t>AfterUpdate()</a:t>
            </a:r>
            <a:br>
              <a:rPr lang="id"/>
            </a:br>
            <a:r>
              <a:rPr lang="id"/>
              <a:t>AfterSave()</a:t>
            </a:r>
            <a:br>
              <a:rPr lang="id"/>
            </a:br>
            <a:r>
              <a:rPr lang="id"/>
              <a:t>// commit or rollback transaction</a:t>
            </a:r>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2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Hook untuk Delete</a:t>
            </a:r>
            <a:endParaRPr/>
          </a:p>
        </p:txBody>
      </p:sp>
      <p:sp>
        <p:nvSpPr>
          <p:cNvPr id="1424" name="Google Shape;1424;p24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d"/>
              <a:t>// begin transaction</a:t>
            </a:r>
            <a:br>
              <a:rPr lang="id"/>
            </a:br>
            <a:r>
              <a:rPr lang="id"/>
              <a:t>BeforeDelete()</a:t>
            </a:r>
            <a:br>
              <a:rPr lang="id"/>
            </a:br>
            <a:r>
              <a:rPr lang="id"/>
              <a:t>// delete from database</a:t>
            </a:r>
            <a:br>
              <a:rPr lang="id"/>
            </a:br>
            <a:r>
              <a:rPr lang="id"/>
              <a:t>AfterDelete()</a:t>
            </a:r>
            <a:br>
              <a:rPr lang="id"/>
            </a:br>
            <a:r>
              <a:rPr lang="id"/>
              <a:t>// commit or rollback transaction</a:t>
            </a:r>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sp>
        <p:nvSpPr>
          <p:cNvPr id="1429" name="Google Shape;1429;p2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Hook untuk Find</a:t>
            </a:r>
            <a:endParaRPr/>
          </a:p>
        </p:txBody>
      </p:sp>
      <p:sp>
        <p:nvSpPr>
          <p:cNvPr id="1430" name="Google Shape;1430;p24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d"/>
              <a:t>// load data from database</a:t>
            </a:r>
            <a:br>
              <a:rPr lang="id"/>
            </a:br>
            <a:r>
              <a:rPr lang="id"/>
              <a:t>// Preloading (eager loading)</a:t>
            </a:r>
            <a:br>
              <a:rPr lang="id"/>
            </a:br>
            <a:r>
              <a:rPr lang="id"/>
              <a:t>AfterFind()</a:t>
            </a:r>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sp>
        <p:nvSpPr>
          <p:cNvPr id="1435" name="Google Shape;1435;p2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User.BeforeCreate()</a:t>
            </a:r>
            <a:endParaRPr/>
          </a:p>
        </p:txBody>
      </p:sp>
      <p:pic>
        <p:nvPicPr>
          <p:cNvPr id="1436" name="Google Shape;1436;p242"/>
          <p:cNvPicPr preferRelativeResize="0"/>
          <p:nvPr/>
        </p:nvPicPr>
        <p:blipFill>
          <a:blip r:embed="rId3">
            <a:alphaModFix/>
          </a:blip>
          <a:stretch>
            <a:fillRect/>
          </a:stretch>
        </p:blipFill>
        <p:spPr>
          <a:xfrm>
            <a:off x="152400" y="2006250"/>
            <a:ext cx="4301524" cy="1387125"/>
          </a:xfrm>
          <a:prstGeom prst="rect">
            <a:avLst/>
          </a:prstGeom>
          <a:noFill/>
          <a:ln>
            <a:noFill/>
          </a:ln>
        </p:spPr>
      </p:pic>
      <p:pic>
        <p:nvPicPr>
          <p:cNvPr id="1437" name="Google Shape;1437;p242"/>
          <p:cNvPicPr preferRelativeResize="0"/>
          <p:nvPr/>
        </p:nvPicPr>
        <p:blipFill>
          <a:blip r:embed="rId4">
            <a:alphaModFix/>
          </a:blip>
          <a:stretch>
            <a:fillRect/>
          </a:stretch>
        </p:blipFill>
        <p:spPr>
          <a:xfrm>
            <a:off x="4606324" y="2006250"/>
            <a:ext cx="3608157" cy="2984850"/>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24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Performance</a:t>
            </a:r>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2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Performance</a:t>
            </a:r>
            <a:endParaRPr/>
          </a:p>
        </p:txBody>
      </p:sp>
      <p:sp>
        <p:nvSpPr>
          <p:cNvPr id="1448" name="Google Shape;1448;p24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GORM sendiri sebenarnya sudah di optimize agar performance nya baik</a:t>
            </a:r>
            <a:endParaRPr/>
          </a:p>
          <a:p>
            <a:pPr indent="-311150" lvl="0" marL="457200" rtl="0" algn="l">
              <a:spcBef>
                <a:spcPts val="0"/>
              </a:spcBef>
              <a:spcAft>
                <a:spcPts val="0"/>
              </a:spcAft>
              <a:buSzPts val="1300"/>
              <a:buChar char="●"/>
            </a:pPr>
            <a:r>
              <a:rPr lang="id"/>
              <a:t>Jadi secara default GORM sudah baik jika kita gunakan untuk membuat aplikasi</a:t>
            </a:r>
            <a:endParaRPr/>
          </a:p>
          <a:p>
            <a:pPr indent="-311150" lvl="0" marL="457200" rtl="0" algn="l">
              <a:spcBef>
                <a:spcPts val="0"/>
              </a:spcBef>
              <a:spcAft>
                <a:spcPts val="0"/>
              </a:spcAft>
              <a:buSzPts val="1300"/>
              <a:buChar char="●"/>
            </a:pPr>
            <a:r>
              <a:rPr lang="id"/>
              <a:t>Tapi berikut kita bahas beberapa tips yang bisa kita lakukan lagi ketika ingin meningkatkan performa aplikasi kita ketika menggunakan GORM</a:t>
            </a:r>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2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Matikan Auto Transaction</a:t>
            </a:r>
            <a:endParaRPr/>
          </a:p>
        </p:txBody>
      </p:sp>
      <p:sp>
        <p:nvSpPr>
          <p:cNvPr id="1454" name="Google Shape;1454;p24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ketika kita melakukan Create, Update, Delete, semua akan dijalankan dalam Transaction, walaupun kita tidak melakukannya</a:t>
            </a:r>
            <a:endParaRPr/>
          </a:p>
          <a:p>
            <a:pPr indent="-311150" lvl="0" marL="457200" rtl="0" algn="l">
              <a:spcBef>
                <a:spcPts val="0"/>
              </a:spcBef>
              <a:spcAft>
                <a:spcPts val="0"/>
              </a:spcAft>
              <a:buSzPts val="1300"/>
              <a:buChar char="●"/>
            </a:pPr>
            <a:r>
              <a:rPr lang="id"/>
              <a:t>Kita bisa mematikan fitur Auto Transaction ini jika kita mau</a:t>
            </a:r>
            <a:endParaRPr/>
          </a:p>
          <a:p>
            <a:pPr indent="-311150" lvl="0" marL="457200" rtl="0" algn="l">
              <a:spcBef>
                <a:spcPts val="0"/>
              </a:spcBef>
              <a:spcAft>
                <a:spcPts val="0"/>
              </a:spcAft>
              <a:buSzPts val="1300"/>
              <a:buChar char="●"/>
            </a:pPr>
            <a:r>
              <a:rPr lang="id"/>
              <a:t>Kita bisa ubah config ketika membuat gorm.DB dengan menambahkan SkipDefaultTransaction menjadi true</a:t>
            </a:r>
            <a:endParaRPr/>
          </a:p>
          <a:p>
            <a:pPr indent="-311150" lvl="0" marL="457200" rtl="0" algn="l">
              <a:spcBef>
                <a:spcPts val="0"/>
              </a:spcBef>
              <a:spcAft>
                <a:spcPts val="0"/>
              </a:spcAft>
              <a:buSzPts val="1300"/>
              <a:buChar char="●"/>
            </a:pPr>
            <a:r>
              <a:rPr lang="id"/>
              <a:t>Dengan mematikan fitur ini, kita harus melakukan transaction secara manual</a:t>
            </a:r>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2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Mematikan Auto Transaction</a:t>
            </a:r>
            <a:endParaRPr/>
          </a:p>
        </p:txBody>
      </p:sp>
      <p:pic>
        <p:nvPicPr>
          <p:cNvPr id="1460" name="Google Shape;1460;p246"/>
          <p:cNvPicPr preferRelativeResize="0"/>
          <p:nvPr/>
        </p:nvPicPr>
        <p:blipFill>
          <a:blip r:embed="rId3">
            <a:alphaModFix/>
          </a:blip>
          <a:stretch>
            <a:fillRect/>
          </a:stretch>
        </p:blipFill>
        <p:spPr>
          <a:xfrm>
            <a:off x="152400" y="2006250"/>
            <a:ext cx="6477000" cy="2362200"/>
          </a:xfrm>
          <a:prstGeom prst="rect">
            <a:avLst/>
          </a:prstGeom>
          <a:noFill/>
          <a:ln>
            <a:noFill/>
          </a:ln>
        </p:spPr>
      </p:pic>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2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Cache Prepared Statement</a:t>
            </a:r>
            <a:endParaRPr/>
          </a:p>
        </p:txBody>
      </p:sp>
      <p:sp>
        <p:nvSpPr>
          <p:cNvPr id="1466" name="Google Shape;1466;p24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saat GORM membuat Query menggunakan Prepare Statement, dia tidak akan menyimpan SQL Query nya di memory</a:t>
            </a:r>
            <a:endParaRPr/>
          </a:p>
          <a:p>
            <a:pPr indent="-311150" lvl="0" marL="457200" rtl="0" algn="l">
              <a:spcBef>
                <a:spcPts val="0"/>
              </a:spcBef>
              <a:spcAft>
                <a:spcPts val="0"/>
              </a:spcAft>
              <a:buSzPts val="1300"/>
              <a:buChar char="●"/>
            </a:pPr>
            <a:r>
              <a:rPr lang="id"/>
              <a:t>Kita bisa mengaktifkan fitur ini, agar Prepare Statement disimpan di memory, sehingga ketika kita sering menggunakan Query yang sama, GORM tidak perlu membuat Prepare Statement nya lagi, cukup menggunakan yang sudah dibuat di memory</a:t>
            </a:r>
            <a:endParaRPr/>
          </a:p>
          <a:p>
            <a:pPr indent="-311150" lvl="0" marL="457200" rtl="0" algn="l">
              <a:spcBef>
                <a:spcPts val="0"/>
              </a:spcBef>
              <a:spcAft>
                <a:spcPts val="0"/>
              </a:spcAft>
              <a:buSzPts val="1300"/>
              <a:buChar char="●"/>
            </a:pPr>
            <a:r>
              <a:rPr lang="id"/>
              <a:t>Kita bisa aktifkan fitur ini di config dengan nama PrepareStmt</a:t>
            </a:r>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2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Cache Prepared Statement</a:t>
            </a:r>
            <a:endParaRPr/>
          </a:p>
        </p:txBody>
      </p:sp>
      <p:pic>
        <p:nvPicPr>
          <p:cNvPr id="1472" name="Google Shape;1472;p248"/>
          <p:cNvPicPr preferRelativeResize="0"/>
          <p:nvPr/>
        </p:nvPicPr>
        <p:blipFill>
          <a:blip r:embed="rId3">
            <a:alphaModFix/>
          </a:blip>
          <a:stretch>
            <a:fillRect/>
          </a:stretch>
        </p:blipFill>
        <p:spPr>
          <a:xfrm>
            <a:off x="152400" y="2006250"/>
            <a:ext cx="7162800" cy="2228850"/>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id="1477" name="Google Shape;1477;p2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Select Fields</a:t>
            </a:r>
            <a:endParaRPr/>
          </a:p>
        </p:txBody>
      </p:sp>
      <p:sp>
        <p:nvSpPr>
          <p:cNvPr id="1478" name="Google Shape;1478;p24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saat kita menggunakan GORM, semua field di Model akan di select</a:t>
            </a:r>
            <a:endParaRPr/>
          </a:p>
          <a:p>
            <a:pPr indent="-311150" lvl="0" marL="457200" rtl="0" algn="l">
              <a:spcBef>
                <a:spcPts val="0"/>
              </a:spcBef>
              <a:spcAft>
                <a:spcPts val="0"/>
              </a:spcAft>
              <a:buSzPts val="1300"/>
              <a:buChar char="●"/>
            </a:pPr>
            <a:r>
              <a:rPr lang="id"/>
              <a:t>Ketika kita hanya butuh beberapa saja, tidak disarankan untuk melakukan select semua field, apalagi memang field nya tidak kita butuhkan</a:t>
            </a:r>
            <a:endParaRPr/>
          </a:p>
          <a:p>
            <a:pPr indent="-311150" lvl="0" marL="457200" rtl="0" algn="l">
              <a:spcBef>
                <a:spcPts val="0"/>
              </a:spcBef>
              <a:spcAft>
                <a:spcPts val="0"/>
              </a:spcAft>
              <a:buSzPts val="1300"/>
              <a:buChar char="●"/>
            </a:pPr>
            <a:r>
              <a:rPr lang="id"/>
              <a:t>Sangat disarankan untuk memilih field mana yang mau kita select menggunakan method Select()</a:t>
            </a:r>
            <a:endParaRPr/>
          </a:p>
          <a:p>
            <a:pPr indent="-311150" lvl="0" marL="457200" rtl="0" algn="l">
              <a:spcBef>
                <a:spcPts val="0"/>
              </a:spcBef>
              <a:spcAft>
                <a:spcPts val="0"/>
              </a:spcAft>
              <a:buSzPts val="1300"/>
              <a:buChar char="●"/>
            </a:pPr>
            <a:r>
              <a:rPr lang="id"/>
              <a:t>Seperti yang pernah kita bahas di materi-materi sebelumnya</a:t>
            </a:r>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2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Large Result</a:t>
            </a:r>
            <a:endParaRPr/>
          </a:p>
        </p:txBody>
      </p:sp>
      <p:sp>
        <p:nvSpPr>
          <p:cNvPr id="1484" name="Google Shape;1484;p25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melakukan query Find() ke Slice, secara default GORM akan mengambil seluruh data dan menyimpannya di dalam Slice</a:t>
            </a:r>
            <a:endParaRPr/>
          </a:p>
          <a:p>
            <a:pPr indent="-311150" lvl="0" marL="457200" rtl="0" algn="l">
              <a:spcBef>
                <a:spcPts val="0"/>
              </a:spcBef>
              <a:spcAft>
                <a:spcPts val="0"/>
              </a:spcAft>
              <a:buSzPts val="1300"/>
              <a:buChar char="●"/>
            </a:pPr>
            <a:r>
              <a:rPr lang="id"/>
              <a:t>Baik semua isi Slice mau kita baca atau tidak, hal ini kadang tidak optimal jika ukuran hasil query nya besar</a:t>
            </a:r>
            <a:endParaRPr/>
          </a:p>
          <a:p>
            <a:pPr indent="-311150" lvl="0" marL="457200" rtl="0" algn="l">
              <a:spcBef>
                <a:spcPts val="0"/>
              </a:spcBef>
              <a:spcAft>
                <a:spcPts val="0"/>
              </a:spcAft>
              <a:buSzPts val="1300"/>
              <a:buChar char="●"/>
            </a:pPr>
            <a:r>
              <a:rPr lang="id"/>
              <a:t>Disarankan untuk menggunakan Lazy Result menggunakan Rows() jika memang kita ingin melakukan Query dengan jumlah hasil yang besar, sehingga kita bisa ambil data yang dibutuhkan saja, tanpa harus menyimpan semuanya ke memory</a:t>
            </a:r>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2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Table Split</a:t>
            </a:r>
            <a:endParaRPr/>
          </a:p>
        </p:txBody>
      </p:sp>
      <p:sp>
        <p:nvSpPr>
          <p:cNvPr id="1490" name="Google Shape;1490;p25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Jika Model yang kita buat terlalu banyak field nya, maka secara default semua field akan di Query oleh GORM</a:t>
            </a:r>
            <a:endParaRPr/>
          </a:p>
          <a:p>
            <a:pPr indent="-311150" lvl="0" marL="457200" rtl="0" algn="l">
              <a:spcBef>
                <a:spcPts val="0"/>
              </a:spcBef>
              <a:spcAft>
                <a:spcPts val="0"/>
              </a:spcAft>
              <a:buSzPts val="1300"/>
              <a:buChar char="●"/>
            </a:pPr>
            <a:r>
              <a:rPr lang="id"/>
              <a:t>Pada kasus seperti ini, selain kita bisa Select field nya satu per satu, kita juga bisa coba Split Model nya menjadi relasi One to One</a:t>
            </a:r>
            <a:endParaRPr/>
          </a:p>
          <a:p>
            <a:pPr indent="-311150" lvl="0" marL="457200" rtl="0" algn="l">
              <a:spcBef>
                <a:spcPts val="0"/>
              </a:spcBef>
              <a:spcAft>
                <a:spcPts val="0"/>
              </a:spcAft>
              <a:buSzPts val="1300"/>
              <a:buChar char="●"/>
            </a:pPr>
            <a:r>
              <a:rPr lang="id"/>
              <a:t>Sehingga kita cukup Query pada data yang kita butuhkan, contoh sebelumnya kita melakukan Split Tabel antara Model User dan Model Wallet</a:t>
            </a:r>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25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Penutup</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